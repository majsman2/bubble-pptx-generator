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custom-properties+xml" PartName="/docProps/custom.xml"/>
  <Override ContentType="application/binary" PartName="/ppt/metadata"/>
  <Override ContentType="application/vnd.openxmlformats-officedocument.presentationml.notesMaster+xml" PartName="/ppt/notesMasters/notesMaster1.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Lst>
  <p:sldSz cy="10691800" cx="7559675"/>
  <p:notesSz cx="6858000" cy="9144000"/>
  <p:embeddedFontLst>
    <p:embeddedFont>
      <p:font typeface="IBM Plex Sans"/>
      <p:regular r:id="rId18"/>
      <p:bold r:id="rId19"/>
      <p:italic r:id="rId20"/>
      <p:boldItalic r:id="rId21"/>
    </p:embeddedFont>
    <p:embeddedFont>
      <p:font typeface="Inter"/>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2D200454-40CA-4A62-9FC3-DE9A4176ACB9}">
      <p15:notesGuideLst>
        <p15:guide id="1" orient="horz" pos="2880">
          <p15:clr>
            <a:srgbClr val="A4A3A4"/>
          </p15:clr>
        </p15:guide>
        <p15:guide id="2" pos="2160">
          <p15:clr>
            <a:srgbClr val="A4A3A4"/>
          </p15:clr>
        </p15:guide>
      </p15:notesGuideLst>
    </p:ext>
    <p:ext uri="GoogleSlidesCustomDataVersion2">
      <go:slidesCustomData xmlns:go="http://customooxmlschemas.google.com/" r:id="rId26" roundtripDataSignature="AMtx7mh9rOfg/Or/TSpseKBJPIB/WPMt/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5686DB3-B821-445C-B3A6-515973651C61}">
  <a:tblStyle styleId="{E5686DB3-B821-445C-B3A6-515973651C61}" styleName="Table_0">
    <a:wholeTbl>
      <a:tcTxStyle b="off" i="off">
        <a:font>
          <a:latin typeface="IBM Plex Sans"/>
          <a:ea typeface="IBM Plex Sans"/>
          <a:cs typeface="IBM Plex Sans"/>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25400">
              <a:solidFill>
                <a:schemeClr val="dk1"/>
              </a:solidFill>
              <a:prstDash val="solid"/>
              <a:round/>
              <a:headEnd len="sm" w="sm" type="none"/>
              <a:tailEnd len="sm" w="sm" type="none"/>
            </a:ln>
          </a:top>
          <a:bottom>
            <a:ln cap="flat" cmpd="sng" w="25400">
              <a:solidFill>
                <a:schemeClr val="dk1"/>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chemeClr val="lt1"/>
          </a:solidFill>
        </a:fill>
      </a:tcStyle>
    </a:wholeTbl>
    <a:band1H>
      <a:tcTxStyle/>
      <a:tcStyle>
        <a:fill>
          <a:solidFill>
            <a:srgbClr val="E6E6E6"/>
          </a:solidFill>
        </a:fill>
      </a:tcStyle>
    </a:band1H>
    <a:band2H>
      <a:tcTxStyle/>
    </a:band2H>
    <a:band1V>
      <a:tcTxStyle/>
      <a:tcStyle>
        <a:fill>
          <a:solidFill>
            <a:srgbClr val="E6E6E6"/>
          </a:solidFill>
        </a:fill>
      </a:tcStyle>
    </a:band1V>
    <a:band2V>
      <a:tcTxStyle/>
    </a:band2V>
    <a:lastCol>
      <a:tcTxStyle b="on" i="off">
        <a:font>
          <a:latin typeface="IBM Plex Sans"/>
          <a:ea typeface="IBM Plex Sans"/>
          <a:cs typeface="IBM Plex Sans"/>
        </a:font>
        <a:schemeClr val="lt1"/>
      </a:tcTxStyle>
      <a:tcStyle>
        <a:fill>
          <a:solidFill>
            <a:schemeClr val="accent6"/>
          </a:solidFill>
        </a:fill>
      </a:tcStyle>
    </a:lastCol>
    <a:firstCol>
      <a:tcTxStyle b="on" i="off">
        <a:font>
          <a:latin typeface="IBM Plex Sans"/>
          <a:ea typeface="IBM Plex Sans"/>
          <a:cs typeface="IBM Plex Sans"/>
        </a:font>
        <a:schemeClr val="lt1"/>
      </a:tcTxStyle>
      <a:tcStyle>
        <a:fill>
          <a:solidFill>
            <a:schemeClr val="accent6"/>
          </a:solidFill>
        </a:fill>
      </a:tcStyle>
    </a:firstCol>
    <a:lastRow>
      <a:tcTxStyle b="on" i="off"/>
      <a:tcStyle>
        <a:tcBdr>
          <a:top>
            <a:ln cap="flat" cmpd="sng" w="50800">
              <a:solidFill>
                <a:schemeClr val="dk1"/>
              </a:solidFill>
              <a:prstDash val="solid"/>
              <a:round/>
              <a:headEnd len="sm" w="sm" type="none"/>
              <a:tailEnd len="sm" w="sm" type="none"/>
            </a:ln>
          </a:top>
        </a:tcBdr>
        <a:fill>
          <a:solidFill>
            <a:schemeClr val="lt1"/>
          </a:solidFill>
        </a:fill>
      </a:tcStyle>
    </a:lastRow>
    <a:seCell>
      <a:tcTxStyle b="on" i="off">
        <a:font>
          <a:latin typeface="IBM Plex Sans"/>
          <a:ea typeface="IBM Plex Sans"/>
          <a:cs typeface="IBM Plex Sans"/>
        </a:font>
        <a:schemeClr val="dk1"/>
      </a:tcTxStyle>
    </a:seCell>
    <a:swCell>
      <a:tcTxStyle b="on" i="off">
        <a:font>
          <a:latin typeface="IBM Plex Sans"/>
          <a:ea typeface="IBM Plex Sans"/>
          <a:cs typeface="IBM Plex Sans"/>
        </a:font>
        <a:schemeClr val="dk1"/>
      </a:tcTxStyle>
    </a:swCell>
    <a:firstRow>
      <a:tcTxStyle b="on" i="off">
        <a:font>
          <a:latin typeface="IBM Plex Sans"/>
          <a:ea typeface="IBM Plex Sans"/>
          <a:cs typeface="IBM Plex Sans"/>
        </a:font>
        <a:schemeClr val="lt1"/>
      </a:tcTxStyle>
      <a:tcStyle>
        <a:tcBdr>
          <a:bottom>
            <a:ln cap="flat" cmpd="sng" w="25400">
              <a:solidFill>
                <a:schemeClr val="dk1"/>
              </a:solidFill>
              <a:prstDash val="solid"/>
              <a:round/>
              <a:headEnd len="sm" w="sm" type="none"/>
              <a:tailEnd len="sm" w="sm" type="none"/>
            </a:ln>
          </a:bottom>
        </a:tcBdr>
        <a:fill>
          <a:solidFill>
            <a:schemeClr val="accent6"/>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20" Type="http://schemas.openxmlformats.org/officeDocument/2006/relationships/font" Target="fonts/IBMPlexSans-italic.fntdata"/><Relationship Id="rId22" Type="http://schemas.openxmlformats.org/officeDocument/2006/relationships/font" Target="fonts/Inter-regular.fntdata"/><Relationship Id="rId21" Type="http://schemas.openxmlformats.org/officeDocument/2006/relationships/font" Target="fonts/IBMPlexSans-boldItalic.fntdata"/><Relationship Id="rId24" Type="http://schemas.openxmlformats.org/officeDocument/2006/relationships/font" Target="fonts/Inter-italic.fntdata"/><Relationship Id="rId23" Type="http://schemas.openxmlformats.org/officeDocument/2006/relationships/font" Target="fonts/Inter-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customschemas.google.com/relationships/presentationmetadata" Target="metadata"/><Relationship Id="rId25" Type="http://schemas.openxmlformats.org/officeDocument/2006/relationships/font" Target="fonts/Inter-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IBMPlexSans-bold.fntdata"/><Relationship Id="rId18" Type="http://schemas.openxmlformats.org/officeDocument/2006/relationships/font" Target="fonts/IBMPlexSans-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da-DK"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1:notes"/>
          <p:cNvSpPr/>
          <p:nvPr>
            <p:ph idx="2" type="sldImg"/>
          </p:nvPr>
        </p:nvSpPr>
        <p:spPr>
          <a:xfrm>
            <a:off x="2338388" y="1143000"/>
            <a:ext cx="21812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 name="Google Shape;42;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p2:notes"/>
          <p:cNvSpPr/>
          <p:nvPr>
            <p:ph idx="2" type="sldImg"/>
          </p:nvPr>
        </p:nvSpPr>
        <p:spPr>
          <a:xfrm>
            <a:off x="2338388" y="1143000"/>
            <a:ext cx="21812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 name="Google Shape;4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 name="Google Shape;4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2338388" y="1143000"/>
            <a:ext cx="21812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4:notes"/>
          <p:cNvSpPr/>
          <p:nvPr>
            <p:ph idx="2" type="sldImg"/>
          </p:nvPr>
        </p:nvSpPr>
        <p:spPr>
          <a:xfrm>
            <a:off x="2338388" y="1143000"/>
            <a:ext cx="21812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 name="Google Shape;7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a-DK"/>
              <a:t>Fjernet: </a:t>
            </a:r>
            <a:r>
              <a:rPr b="0" i="0" lang="da-DK" sz="1200" u="none" strike="noStrike">
                <a:solidFill>
                  <a:schemeClr val="dk1"/>
                </a:solidFill>
                <a:latin typeface="IBM Plex Sans"/>
                <a:ea typeface="IBM Plex Sans"/>
                <a:cs typeface="IBM Plex Sans"/>
                <a:sym typeface="IBM Plex Sans"/>
              </a:rPr>
              <a:t>{{documents_B2}}</a:t>
            </a:r>
            <a:endParaRPr/>
          </a:p>
          <a:p>
            <a:pPr indent="0" lvl="0" marL="0" rtl="0" algn="l">
              <a:spcBef>
                <a:spcPts val="0"/>
              </a:spcBef>
              <a:spcAft>
                <a:spcPts val="0"/>
              </a:spcAft>
              <a:buNone/>
            </a:pPr>
            <a:r>
              <a:rPr b="0" i="0" lang="da-DK" sz="1200" u="none" strike="noStrike">
                <a:solidFill>
                  <a:schemeClr val="dk1"/>
                </a:solidFill>
                <a:latin typeface="IBM Plex Sans"/>
                <a:ea typeface="IBM Plex Sans"/>
                <a:cs typeface="IBM Plex Sans"/>
                <a:sym typeface="IBM Plex Sans"/>
              </a:rPr>
              <a:t>Tilføjet: kolonne om monitorering</a:t>
            </a:r>
            <a:endParaRPr/>
          </a:p>
        </p:txBody>
      </p:sp>
      <p:sp>
        <p:nvSpPr>
          <p:cNvPr id="78" name="Google Shape;7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5:notes"/>
          <p:cNvSpPr/>
          <p:nvPr>
            <p:ph idx="2" type="sldImg"/>
          </p:nvPr>
        </p:nvSpPr>
        <p:spPr>
          <a:xfrm>
            <a:off x="2338388" y="1143000"/>
            <a:ext cx="21812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 name="Google Shape;87;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a-DK"/>
              <a:t>Fjernet: </a:t>
            </a:r>
            <a:r>
              <a:rPr b="0" i="0" lang="da-DK" sz="1200" u="none" strike="noStrike">
                <a:solidFill>
                  <a:schemeClr val="dk1"/>
                </a:solidFill>
                <a:latin typeface="IBM Plex Sans"/>
                <a:ea typeface="IBM Plex Sans"/>
                <a:cs typeface="IBM Plex Sans"/>
                <a:sym typeface="IBM Plex Sans"/>
              </a:rPr>
              <a:t>{{Insert_CO2e_intensity}}</a:t>
            </a:r>
            <a:endParaRPr b="0"/>
          </a:p>
        </p:txBody>
      </p:sp>
      <p:sp>
        <p:nvSpPr>
          <p:cNvPr id="88" name="Google Shape;88;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6:notes"/>
          <p:cNvSpPr/>
          <p:nvPr>
            <p:ph idx="2" type="sldImg"/>
          </p:nvPr>
        </p:nvSpPr>
        <p:spPr>
          <a:xfrm>
            <a:off x="2338388" y="1143000"/>
            <a:ext cx="21812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 name="Google Shape;99;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a-DK"/>
              <a:t>Fjernet: </a:t>
            </a:r>
            <a:r>
              <a:rPr b="0" i="0" lang="da-DK" sz="1200" u="none" strike="noStrike">
                <a:solidFill>
                  <a:schemeClr val="dk1"/>
                </a:solidFill>
                <a:latin typeface="IBM Plex Sans"/>
                <a:ea typeface="IBM Plex Sans"/>
                <a:cs typeface="IBM Plex Sans"/>
                <a:sym typeface="IBM Plex Sans"/>
              </a:rPr>
              <a:t>{{uploaded_documents_B4}}</a:t>
            </a:r>
            <a:endParaRPr b="0"/>
          </a:p>
        </p:txBody>
      </p:sp>
      <p:sp>
        <p:nvSpPr>
          <p:cNvPr id="100" name="Google Shape;100;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7:notes"/>
          <p:cNvSpPr/>
          <p:nvPr>
            <p:ph idx="2" type="sldImg"/>
          </p:nvPr>
        </p:nvSpPr>
        <p:spPr>
          <a:xfrm>
            <a:off x="2338388" y="1143000"/>
            <a:ext cx="21812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 name="Google Shape;12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8:notes"/>
          <p:cNvSpPr/>
          <p:nvPr>
            <p:ph idx="2" type="sldImg"/>
          </p:nvPr>
        </p:nvSpPr>
        <p:spPr>
          <a:xfrm>
            <a:off x="2338388" y="1143000"/>
            <a:ext cx="21812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 name="Google Shape;13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a-DK"/>
              <a:t>Fjernet: </a:t>
            </a:r>
            <a:r>
              <a:rPr b="0" i="0" lang="da-DK" sz="1200" u="none" strike="noStrike">
                <a:solidFill>
                  <a:schemeClr val="dk1"/>
                </a:solidFill>
                <a:latin typeface="IBM Plex Sans"/>
                <a:ea typeface="IBM Plex Sans"/>
                <a:cs typeface="IBM Plex Sans"/>
                <a:sym typeface="IBM Plex Sans"/>
              </a:rPr>
              <a:t>{{omsatningsrate}}</a:t>
            </a:r>
            <a:endParaRPr b="0"/>
          </a:p>
        </p:txBody>
      </p:sp>
      <p:sp>
        <p:nvSpPr>
          <p:cNvPr id="132" name="Google Shape;13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0:notes"/>
          <p:cNvSpPr/>
          <p:nvPr>
            <p:ph idx="2" type="sldImg"/>
          </p:nvPr>
        </p:nvSpPr>
        <p:spPr>
          <a:xfrm>
            <a:off x="2338388" y="1143000"/>
            <a:ext cx="21812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0" name="Google Shape;16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9" name="Google Shape;16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rside med billedebaggrund">
  <p:cSld name="Forside med billedebaggrund">
    <p:bg>
      <p:bgPr>
        <a:blipFill>
          <a:blip r:embed="rId2">
            <a:alphaModFix/>
          </a:blip>
          <a:stretch>
            <a:fillRect/>
          </a:stretch>
        </a:blipFill>
      </p:bgPr>
    </p:bg>
    <p:spTree>
      <p:nvGrpSpPr>
        <p:cNvPr id="15" name="Shape 15"/>
        <p:cNvGrpSpPr/>
        <p:nvPr/>
      </p:nvGrpSpPr>
      <p:grpSpPr>
        <a:xfrm>
          <a:off x="0" y="0"/>
          <a:ext cx="0" cy="0"/>
          <a:chOff x="0" y="0"/>
          <a:chExt cx="0" cy="0"/>
        </a:xfrm>
      </p:grpSpPr>
      <p:sp>
        <p:nvSpPr>
          <p:cNvPr id="16" name="Google Shape;16;p13"/>
          <p:cNvSpPr txBox="1"/>
          <p:nvPr/>
        </p:nvSpPr>
        <p:spPr>
          <a:xfrm>
            <a:off x="365760" y="2537424"/>
            <a:ext cx="6828155" cy="222834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da-DK" sz="12900" u="none" cap="none" strike="noStrike">
                <a:solidFill>
                  <a:srgbClr val="FFFFFF"/>
                </a:solidFill>
                <a:latin typeface="IBM Plex Sans"/>
                <a:ea typeface="IBM Plex Sans"/>
                <a:cs typeface="IBM Plex Sans"/>
                <a:sym typeface="IBM Plex Sans"/>
              </a:rPr>
              <a:t>ESG</a:t>
            </a:r>
            <a:endParaRPr b="1" i="0" sz="12900" u="none" cap="none" strike="noStrike">
              <a:solidFill>
                <a:schemeClr val="dk1"/>
              </a:solidFill>
              <a:latin typeface="IBM Plex Sans"/>
              <a:ea typeface="IBM Plex Sans"/>
              <a:cs typeface="IBM Plex Sans"/>
              <a:sym typeface="IBM Plex Sans"/>
            </a:endParaRPr>
          </a:p>
        </p:txBody>
      </p:sp>
      <p:sp>
        <p:nvSpPr>
          <p:cNvPr id="17" name="Google Shape;17;p13"/>
          <p:cNvSpPr txBox="1"/>
          <p:nvPr>
            <p:ph idx="11" type="ftr"/>
          </p:nvPr>
        </p:nvSpPr>
        <p:spPr>
          <a:xfrm>
            <a:off x="2184109" y="6707538"/>
            <a:ext cx="3052354" cy="234336"/>
          </a:xfrm>
          <a:prstGeom prst="rect">
            <a:avLst/>
          </a:prstGeom>
          <a:noFill/>
          <a:ln>
            <a:noFill/>
          </a:ln>
        </p:spPr>
        <p:txBody>
          <a:bodyPr anchorCtr="0" anchor="t" bIns="0" lIns="0" spcFirstLastPara="1" rIns="0" wrap="square" tIns="0">
            <a:noAutofit/>
          </a:bodyPr>
          <a:lstStyle>
            <a:lvl1pPr lvl="0" algn="ctr">
              <a:spcBef>
                <a:spcPts val="0"/>
              </a:spcBef>
              <a:spcAft>
                <a:spcPts val="0"/>
              </a:spcAft>
              <a:buSzPts val="1400"/>
              <a:buNone/>
              <a:defRPr sz="115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 name="Google Shape;18;p13"/>
          <p:cNvSpPr txBox="1"/>
          <p:nvPr>
            <p:ph type="title"/>
          </p:nvPr>
        </p:nvSpPr>
        <p:spPr>
          <a:xfrm>
            <a:off x="754701" y="6237584"/>
            <a:ext cx="5915802" cy="152274"/>
          </a:xfrm>
          <a:prstGeom prst="rect">
            <a:avLst/>
          </a:prstGeom>
          <a:noFill/>
          <a:ln>
            <a:noFill/>
          </a:ln>
        </p:spPr>
        <p:txBody>
          <a:bodyPr anchorCtr="0" anchor="t" bIns="0" lIns="0" spcFirstLastPara="1" rIns="0" wrap="square" tIns="0">
            <a:spAutoFit/>
          </a:bodyPr>
          <a:lstStyle>
            <a:lvl1pPr lvl="0" algn="ctr">
              <a:lnSpc>
                <a:spcPct val="90000"/>
              </a:lnSpc>
              <a:spcBef>
                <a:spcPts val="0"/>
              </a:spcBef>
              <a:spcAft>
                <a:spcPts val="0"/>
              </a:spcAft>
              <a:buClr>
                <a:schemeClr val="lt1"/>
              </a:buClr>
              <a:buSzPts val="900"/>
              <a:buFont typeface="IBM Plex Sans"/>
              <a:buNone/>
              <a:defRPr sz="9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SG opgørelse">
  <p:cSld name="ESG opgørelse">
    <p:bg>
      <p:bgPr>
        <a:solidFill>
          <a:schemeClr val="lt1"/>
        </a:solidFill>
      </p:bgPr>
    </p:bg>
    <p:spTree>
      <p:nvGrpSpPr>
        <p:cNvPr id="19" name="Shape 19"/>
        <p:cNvGrpSpPr/>
        <p:nvPr/>
      </p:nvGrpSpPr>
      <p:grpSpPr>
        <a:xfrm>
          <a:off x="0" y="0"/>
          <a:ext cx="0" cy="0"/>
          <a:chOff x="0" y="0"/>
          <a:chExt cx="0" cy="0"/>
        </a:xfrm>
      </p:grpSpPr>
      <p:sp>
        <p:nvSpPr>
          <p:cNvPr id="20" name="Google Shape;20;p14"/>
          <p:cNvSpPr txBox="1"/>
          <p:nvPr>
            <p:ph idx="1" type="body"/>
          </p:nvPr>
        </p:nvSpPr>
        <p:spPr>
          <a:xfrm>
            <a:off x="423975" y="1381944"/>
            <a:ext cx="2687561" cy="4470221"/>
          </a:xfrm>
          <a:prstGeom prst="rect">
            <a:avLst/>
          </a:prstGeom>
          <a:noFill/>
          <a:ln>
            <a:noFill/>
          </a:ln>
        </p:spPr>
        <p:txBody>
          <a:bodyPr anchorCtr="0" anchor="t" bIns="0" lIns="0" spcFirstLastPara="1" rIns="0" wrap="square" tIns="0">
            <a:noAutofit/>
          </a:bodyPr>
          <a:lstStyle>
            <a:lvl1pPr indent="-228600" lvl="0" marL="457200" algn="l">
              <a:lnSpc>
                <a:spcPct val="129000"/>
              </a:lnSpc>
              <a:spcBef>
                <a:spcPts val="0"/>
              </a:spcBef>
              <a:spcAft>
                <a:spcPts val="0"/>
              </a:spcAft>
              <a:buClr>
                <a:schemeClr val="dk2"/>
              </a:buClr>
              <a:buSzPts val="725"/>
              <a:buNone/>
              <a:defRPr sz="725">
                <a:solidFill>
                  <a:schemeClr val="dk2"/>
                </a:solidFill>
              </a:defRPr>
            </a:lvl1pPr>
            <a:lvl2pPr indent="-342900" lvl="1" marL="914400" algn="l">
              <a:lnSpc>
                <a:spcPct val="106000"/>
              </a:lnSpc>
              <a:spcBef>
                <a:spcPts val="0"/>
              </a:spcBef>
              <a:spcAft>
                <a:spcPts val="0"/>
              </a:spcAft>
              <a:buClr>
                <a:schemeClr val="dk2"/>
              </a:buClr>
              <a:buSzPts val="1800"/>
              <a:buChar char="•"/>
              <a:defRPr/>
            </a:lvl2pPr>
            <a:lvl3pPr indent="-342900" lvl="2" marL="1371600" algn="l">
              <a:lnSpc>
                <a:spcPct val="106000"/>
              </a:lnSpc>
              <a:spcBef>
                <a:spcPts val="0"/>
              </a:spcBef>
              <a:spcAft>
                <a:spcPts val="0"/>
              </a:spcAft>
              <a:buClr>
                <a:schemeClr val="dk2"/>
              </a:buClr>
              <a:buSzPts val="1800"/>
              <a:buChar char="•"/>
              <a:defRPr/>
            </a:lvl3pPr>
            <a:lvl4pPr indent="-342900" lvl="3" marL="1828800" algn="l">
              <a:lnSpc>
                <a:spcPct val="106000"/>
              </a:lnSpc>
              <a:spcBef>
                <a:spcPts val="0"/>
              </a:spcBef>
              <a:spcAft>
                <a:spcPts val="0"/>
              </a:spcAft>
              <a:buClr>
                <a:schemeClr val="dk2"/>
              </a:buClr>
              <a:buSzPts val="1800"/>
              <a:buChar char="•"/>
              <a:defRPr/>
            </a:lvl4pPr>
            <a:lvl5pPr indent="-342900" lvl="4" marL="2286000" algn="l">
              <a:lnSpc>
                <a:spcPct val="106000"/>
              </a:lnSpc>
              <a:spcBef>
                <a:spcPts val="0"/>
              </a:spcBef>
              <a:spcAft>
                <a:spcPts val="0"/>
              </a:spcAft>
              <a:buClr>
                <a:schemeClr val="dk2"/>
              </a:buClr>
              <a:buSzPts val="1800"/>
              <a:buChar char="•"/>
              <a:defRPr/>
            </a:lvl5pPr>
            <a:lvl6pPr indent="-342900" lvl="5" marL="2743200" algn="l">
              <a:lnSpc>
                <a:spcPct val="90000"/>
              </a:lnSpc>
              <a:spcBef>
                <a:spcPts val="417"/>
              </a:spcBef>
              <a:spcAft>
                <a:spcPts val="0"/>
              </a:spcAft>
              <a:buClr>
                <a:schemeClr val="dk1"/>
              </a:buClr>
              <a:buSzPts val="1800"/>
              <a:buChar char="•"/>
              <a:defRPr/>
            </a:lvl6pPr>
            <a:lvl7pPr indent="-342900" lvl="6" marL="3200400" algn="l">
              <a:lnSpc>
                <a:spcPct val="90000"/>
              </a:lnSpc>
              <a:spcBef>
                <a:spcPts val="417"/>
              </a:spcBef>
              <a:spcAft>
                <a:spcPts val="0"/>
              </a:spcAft>
              <a:buClr>
                <a:schemeClr val="dk1"/>
              </a:buClr>
              <a:buSzPts val="1800"/>
              <a:buChar char="•"/>
              <a:defRPr/>
            </a:lvl7pPr>
            <a:lvl8pPr indent="-342900" lvl="7" marL="3657600" algn="l">
              <a:lnSpc>
                <a:spcPct val="90000"/>
              </a:lnSpc>
              <a:spcBef>
                <a:spcPts val="417"/>
              </a:spcBef>
              <a:spcAft>
                <a:spcPts val="0"/>
              </a:spcAft>
              <a:buClr>
                <a:schemeClr val="dk1"/>
              </a:buClr>
              <a:buSzPts val="1800"/>
              <a:buChar char="•"/>
              <a:defRPr/>
            </a:lvl8pPr>
            <a:lvl9pPr indent="-342900" lvl="8" marL="4114800" algn="l">
              <a:lnSpc>
                <a:spcPct val="90000"/>
              </a:lnSpc>
              <a:spcBef>
                <a:spcPts val="417"/>
              </a:spcBef>
              <a:spcAft>
                <a:spcPts val="0"/>
              </a:spcAft>
              <a:buClr>
                <a:schemeClr val="dk1"/>
              </a:buClr>
              <a:buSzPts val="1800"/>
              <a:buChar char="•"/>
              <a:defRPr/>
            </a:lvl9pPr>
          </a:lstStyle>
          <a:p/>
        </p:txBody>
      </p:sp>
      <p:sp>
        <p:nvSpPr>
          <p:cNvPr id="21" name="Google Shape;21;p14"/>
          <p:cNvSpPr txBox="1"/>
          <p:nvPr>
            <p:ph idx="2" type="body"/>
          </p:nvPr>
        </p:nvSpPr>
        <p:spPr>
          <a:xfrm>
            <a:off x="3934311" y="1374025"/>
            <a:ext cx="2687561" cy="4470220"/>
          </a:xfrm>
          <a:prstGeom prst="rect">
            <a:avLst/>
          </a:prstGeom>
          <a:noFill/>
          <a:ln>
            <a:noFill/>
          </a:ln>
        </p:spPr>
        <p:txBody>
          <a:bodyPr anchorCtr="0" anchor="t" bIns="0" lIns="0" spcFirstLastPara="1" rIns="0" wrap="square" tIns="0">
            <a:noAutofit/>
          </a:bodyPr>
          <a:lstStyle>
            <a:lvl1pPr indent="-228600" lvl="0" marL="457200" algn="l">
              <a:lnSpc>
                <a:spcPct val="129000"/>
              </a:lnSpc>
              <a:spcBef>
                <a:spcPts val="0"/>
              </a:spcBef>
              <a:spcAft>
                <a:spcPts val="0"/>
              </a:spcAft>
              <a:buClr>
                <a:schemeClr val="dk2"/>
              </a:buClr>
              <a:buSzPts val="725"/>
              <a:buNone/>
              <a:defRPr sz="725">
                <a:solidFill>
                  <a:schemeClr val="dk2"/>
                </a:solidFill>
              </a:defRPr>
            </a:lvl1pPr>
            <a:lvl2pPr indent="-342900" lvl="1" marL="914400" algn="l">
              <a:lnSpc>
                <a:spcPct val="106000"/>
              </a:lnSpc>
              <a:spcBef>
                <a:spcPts val="0"/>
              </a:spcBef>
              <a:spcAft>
                <a:spcPts val="0"/>
              </a:spcAft>
              <a:buClr>
                <a:schemeClr val="dk2"/>
              </a:buClr>
              <a:buSzPts val="1800"/>
              <a:buChar char="•"/>
              <a:defRPr/>
            </a:lvl2pPr>
            <a:lvl3pPr indent="-342900" lvl="2" marL="1371600" algn="l">
              <a:lnSpc>
                <a:spcPct val="106000"/>
              </a:lnSpc>
              <a:spcBef>
                <a:spcPts val="0"/>
              </a:spcBef>
              <a:spcAft>
                <a:spcPts val="0"/>
              </a:spcAft>
              <a:buClr>
                <a:schemeClr val="dk2"/>
              </a:buClr>
              <a:buSzPts val="1800"/>
              <a:buChar char="•"/>
              <a:defRPr/>
            </a:lvl3pPr>
            <a:lvl4pPr indent="-342900" lvl="3" marL="1828800" algn="l">
              <a:lnSpc>
                <a:spcPct val="106000"/>
              </a:lnSpc>
              <a:spcBef>
                <a:spcPts val="0"/>
              </a:spcBef>
              <a:spcAft>
                <a:spcPts val="0"/>
              </a:spcAft>
              <a:buClr>
                <a:schemeClr val="dk2"/>
              </a:buClr>
              <a:buSzPts val="1800"/>
              <a:buChar char="•"/>
              <a:defRPr/>
            </a:lvl4pPr>
            <a:lvl5pPr indent="-342900" lvl="4" marL="2286000" algn="l">
              <a:lnSpc>
                <a:spcPct val="106000"/>
              </a:lnSpc>
              <a:spcBef>
                <a:spcPts val="0"/>
              </a:spcBef>
              <a:spcAft>
                <a:spcPts val="0"/>
              </a:spcAft>
              <a:buClr>
                <a:schemeClr val="dk2"/>
              </a:buClr>
              <a:buSzPts val="1800"/>
              <a:buChar char="•"/>
              <a:defRPr/>
            </a:lvl5pPr>
            <a:lvl6pPr indent="-342900" lvl="5" marL="2743200" algn="l">
              <a:lnSpc>
                <a:spcPct val="90000"/>
              </a:lnSpc>
              <a:spcBef>
                <a:spcPts val="417"/>
              </a:spcBef>
              <a:spcAft>
                <a:spcPts val="0"/>
              </a:spcAft>
              <a:buClr>
                <a:schemeClr val="dk1"/>
              </a:buClr>
              <a:buSzPts val="1800"/>
              <a:buChar char="•"/>
              <a:defRPr/>
            </a:lvl6pPr>
            <a:lvl7pPr indent="-342900" lvl="6" marL="3200400" algn="l">
              <a:lnSpc>
                <a:spcPct val="90000"/>
              </a:lnSpc>
              <a:spcBef>
                <a:spcPts val="417"/>
              </a:spcBef>
              <a:spcAft>
                <a:spcPts val="0"/>
              </a:spcAft>
              <a:buClr>
                <a:schemeClr val="dk1"/>
              </a:buClr>
              <a:buSzPts val="1800"/>
              <a:buChar char="•"/>
              <a:defRPr/>
            </a:lvl7pPr>
            <a:lvl8pPr indent="-342900" lvl="7" marL="3657600" algn="l">
              <a:lnSpc>
                <a:spcPct val="90000"/>
              </a:lnSpc>
              <a:spcBef>
                <a:spcPts val="417"/>
              </a:spcBef>
              <a:spcAft>
                <a:spcPts val="0"/>
              </a:spcAft>
              <a:buClr>
                <a:schemeClr val="dk1"/>
              </a:buClr>
              <a:buSzPts val="1800"/>
              <a:buChar char="•"/>
              <a:defRPr/>
            </a:lvl8pPr>
            <a:lvl9pPr indent="-342900" lvl="8" marL="4114800" algn="l">
              <a:lnSpc>
                <a:spcPct val="90000"/>
              </a:lnSpc>
              <a:spcBef>
                <a:spcPts val="417"/>
              </a:spcBef>
              <a:spcAft>
                <a:spcPts val="0"/>
              </a:spcAft>
              <a:buClr>
                <a:schemeClr val="dk1"/>
              </a:buClr>
              <a:buSzPts val="1800"/>
              <a:buChar char="•"/>
              <a:defRPr/>
            </a:lvl9pPr>
          </a:lstStyle>
          <a:p/>
        </p:txBody>
      </p:sp>
      <p:sp>
        <p:nvSpPr>
          <p:cNvPr id="22" name="Google Shape;22;p14"/>
          <p:cNvSpPr txBox="1"/>
          <p:nvPr>
            <p:ph idx="11" type="ftr"/>
          </p:nvPr>
        </p:nvSpPr>
        <p:spPr>
          <a:xfrm>
            <a:off x="5000661" y="365760"/>
            <a:ext cx="2147858" cy="12823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14"/>
          <p:cNvSpPr txBox="1"/>
          <p:nvPr>
            <p:ph idx="12" type="sldNum"/>
          </p:nvPr>
        </p:nvSpPr>
        <p:spPr>
          <a:xfrm>
            <a:off x="5531035" y="10152285"/>
            <a:ext cx="1617485" cy="128235"/>
          </a:xfrm>
          <a:prstGeom prst="rect">
            <a:avLst/>
          </a:prstGeom>
          <a:noFill/>
          <a:ln>
            <a:noFill/>
          </a:ln>
        </p:spPr>
        <p:txBody>
          <a:bodyPr anchorCtr="0" anchor="t"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a-DK"/>
              <a:t>‹#›</a:t>
            </a:fld>
            <a:endParaRPr/>
          </a:p>
        </p:txBody>
      </p:sp>
      <p:sp>
        <p:nvSpPr>
          <p:cNvPr id="24" name="Google Shape;24;p14"/>
          <p:cNvSpPr txBox="1"/>
          <p:nvPr>
            <p:ph type="title"/>
          </p:nvPr>
        </p:nvSpPr>
        <p:spPr>
          <a:xfrm>
            <a:off x="423976" y="751839"/>
            <a:ext cx="6583504" cy="207741"/>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25" name="Shape 25"/>
        <p:cNvGrpSpPr/>
        <p:nvPr/>
      </p:nvGrpSpPr>
      <p:grpSpPr>
        <a:xfrm>
          <a:off x="0" y="0"/>
          <a:ext cx="0" cy="0"/>
          <a:chOff x="0" y="0"/>
          <a:chExt cx="0" cy="0"/>
        </a:xfrm>
      </p:grpSpPr>
      <p:sp>
        <p:nvSpPr>
          <p:cNvPr id="26" name="Google Shape;26;p15"/>
          <p:cNvSpPr txBox="1"/>
          <p:nvPr>
            <p:ph type="title"/>
          </p:nvPr>
        </p:nvSpPr>
        <p:spPr>
          <a:xfrm>
            <a:off x="423976" y="751839"/>
            <a:ext cx="6583504" cy="207741"/>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15"/>
          <p:cNvSpPr txBox="1"/>
          <p:nvPr>
            <p:ph idx="10" type="dt"/>
          </p:nvPr>
        </p:nvSpPr>
        <p:spPr>
          <a:xfrm>
            <a:off x="276685" y="10152285"/>
            <a:ext cx="1617485" cy="128235"/>
          </a:xfrm>
          <a:prstGeom prst="rect">
            <a:avLst/>
          </a:prstGeom>
          <a:noFill/>
          <a:ln>
            <a:noFill/>
          </a:ln>
        </p:spPr>
        <p:txBody>
          <a:bodyPr anchorCtr="0" anchor="t"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15"/>
          <p:cNvSpPr txBox="1"/>
          <p:nvPr>
            <p:ph idx="11" type="ftr"/>
          </p:nvPr>
        </p:nvSpPr>
        <p:spPr>
          <a:xfrm>
            <a:off x="5000661" y="365760"/>
            <a:ext cx="2147858" cy="12823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15"/>
          <p:cNvSpPr txBox="1"/>
          <p:nvPr>
            <p:ph idx="12" type="sldNum"/>
          </p:nvPr>
        </p:nvSpPr>
        <p:spPr>
          <a:xfrm>
            <a:off x="5531035" y="10152285"/>
            <a:ext cx="1617485" cy="128235"/>
          </a:xfrm>
          <a:prstGeom prst="rect">
            <a:avLst/>
          </a:prstGeom>
          <a:noFill/>
          <a:ln>
            <a:noFill/>
          </a:ln>
        </p:spPr>
        <p:txBody>
          <a:bodyPr anchorCtr="0" anchor="t"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fslutningsslide">
  <p:cSld name="Afslutningsslide">
    <p:bg>
      <p:bgPr>
        <a:solidFill>
          <a:srgbClr val="1B4529"/>
        </a:solidFill>
      </p:bgPr>
    </p:bg>
    <p:spTree>
      <p:nvGrpSpPr>
        <p:cNvPr id="30" name="Shape 30"/>
        <p:cNvGrpSpPr/>
        <p:nvPr/>
      </p:nvGrpSpPr>
      <p:grpSpPr>
        <a:xfrm>
          <a:off x="0" y="0"/>
          <a:ext cx="0" cy="0"/>
          <a:chOff x="0" y="0"/>
          <a:chExt cx="0" cy="0"/>
        </a:xfrm>
      </p:grpSpPr>
      <p:sp>
        <p:nvSpPr>
          <p:cNvPr id="31" name="Google Shape;31;p16"/>
          <p:cNvSpPr txBox="1"/>
          <p:nvPr>
            <p:ph idx="1" type="body"/>
          </p:nvPr>
        </p:nvSpPr>
        <p:spPr>
          <a:xfrm>
            <a:off x="754701" y="2186263"/>
            <a:ext cx="5915802" cy="1217034"/>
          </a:xfrm>
          <a:prstGeom prst="rect">
            <a:avLst/>
          </a:prstGeom>
          <a:solidFill>
            <a:srgbClr val="1B4529"/>
          </a:solidFill>
          <a:ln>
            <a:noFill/>
          </a:ln>
        </p:spPr>
        <p:txBody>
          <a:bodyPr anchorCtr="0" anchor="t" bIns="0" lIns="0" spcFirstLastPara="1" rIns="0" wrap="square" tIns="0">
            <a:normAutofit/>
          </a:bodyPr>
          <a:lstStyle>
            <a:lvl1pPr indent="-228600" lvl="0" marL="457200" algn="l">
              <a:lnSpc>
                <a:spcPct val="100000"/>
              </a:lnSpc>
              <a:spcBef>
                <a:spcPts val="167"/>
              </a:spcBef>
              <a:spcAft>
                <a:spcPts val="0"/>
              </a:spcAft>
              <a:buClr>
                <a:schemeClr val="lt1"/>
              </a:buClr>
              <a:buSzPts val="900"/>
              <a:buFont typeface="IBM Plex Sans"/>
              <a:buNone/>
              <a:defRPr sz="900">
                <a:solidFill>
                  <a:schemeClr val="lt1"/>
                </a:solidFill>
              </a:defRPr>
            </a:lvl1pPr>
            <a:lvl2pPr indent="-228600" lvl="1" marL="914400" algn="l">
              <a:lnSpc>
                <a:spcPct val="106000"/>
              </a:lnSpc>
              <a:spcBef>
                <a:spcPts val="0"/>
              </a:spcBef>
              <a:spcAft>
                <a:spcPts val="0"/>
              </a:spcAft>
              <a:buClr>
                <a:schemeClr val="lt1"/>
              </a:buClr>
              <a:buSzPts val="900"/>
              <a:buFont typeface="IBM Plex Sans"/>
              <a:buNone/>
              <a:defRPr sz="900">
                <a:solidFill>
                  <a:schemeClr val="lt1"/>
                </a:solidFill>
              </a:defRPr>
            </a:lvl2pPr>
            <a:lvl3pPr indent="-285750" lvl="2" marL="1371600" algn="l">
              <a:lnSpc>
                <a:spcPct val="106000"/>
              </a:lnSpc>
              <a:spcBef>
                <a:spcPts val="0"/>
              </a:spcBef>
              <a:spcAft>
                <a:spcPts val="0"/>
              </a:spcAft>
              <a:buClr>
                <a:schemeClr val="lt1"/>
              </a:buClr>
              <a:buSzPts val="900"/>
              <a:buChar char="•"/>
              <a:defRPr sz="900">
                <a:solidFill>
                  <a:schemeClr val="lt1"/>
                </a:solidFill>
              </a:defRPr>
            </a:lvl3pPr>
            <a:lvl4pPr indent="-285750" lvl="3" marL="1828800" algn="l">
              <a:lnSpc>
                <a:spcPct val="106000"/>
              </a:lnSpc>
              <a:spcBef>
                <a:spcPts val="0"/>
              </a:spcBef>
              <a:spcAft>
                <a:spcPts val="0"/>
              </a:spcAft>
              <a:buClr>
                <a:schemeClr val="lt1"/>
              </a:buClr>
              <a:buSzPts val="900"/>
              <a:buChar char="•"/>
              <a:defRPr sz="900">
                <a:solidFill>
                  <a:schemeClr val="lt1"/>
                </a:solidFill>
              </a:defRPr>
            </a:lvl4pPr>
            <a:lvl5pPr indent="-285750" lvl="4" marL="2286000" algn="l">
              <a:lnSpc>
                <a:spcPct val="106000"/>
              </a:lnSpc>
              <a:spcBef>
                <a:spcPts val="0"/>
              </a:spcBef>
              <a:spcAft>
                <a:spcPts val="0"/>
              </a:spcAft>
              <a:buClr>
                <a:schemeClr val="lt1"/>
              </a:buClr>
              <a:buSzPts val="900"/>
              <a:buChar char="•"/>
              <a:defRPr sz="900">
                <a:solidFill>
                  <a:schemeClr val="lt1"/>
                </a:solidFill>
              </a:defRPr>
            </a:lvl5pPr>
            <a:lvl6pPr indent="-342900" lvl="5" marL="2743200" algn="l">
              <a:lnSpc>
                <a:spcPct val="90000"/>
              </a:lnSpc>
              <a:spcBef>
                <a:spcPts val="417"/>
              </a:spcBef>
              <a:spcAft>
                <a:spcPts val="0"/>
              </a:spcAft>
              <a:buClr>
                <a:schemeClr val="dk1"/>
              </a:buClr>
              <a:buSzPts val="1800"/>
              <a:buChar char="•"/>
              <a:defRPr/>
            </a:lvl6pPr>
            <a:lvl7pPr indent="-342900" lvl="6" marL="3200400" algn="l">
              <a:lnSpc>
                <a:spcPct val="90000"/>
              </a:lnSpc>
              <a:spcBef>
                <a:spcPts val="417"/>
              </a:spcBef>
              <a:spcAft>
                <a:spcPts val="0"/>
              </a:spcAft>
              <a:buClr>
                <a:schemeClr val="dk1"/>
              </a:buClr>
              <a:buSzPts val="1800"/>
              <a:buChar char="•"/>
              <a:defRPr/>
            </a:lvl7pPr>
            <a:lvl8pPr indent="-342900" lvl="7" marL="3657600" algn="l">
              <a:lnSpc>
                <a:spcPct val="90000"/>
              </a:lnSpc>
              <a:spcBef>
                <a:spcPts val="417"/>
              </a:spcBef>
              <a:spcAft>
                <a:spcPts val="0"/>
              </a:spcAft>
              <a:buClr>
                <a:schemeClr val="dk1"/>
              </a:buClr>
              <a:buSzPts val="1800"/>
              <a:buChar char="•"/>
              <a:defRPr/>
            </a:lvl8pPr>
            <a:lvl9pPr indent="-342900" lvl="8" marL="4114800" algn="l">
              <a:lnSpc>
                <a:spcPct val="90000"/>
              </a:lnSpc>
              <a:spcBef>
                <a:spcPts val="417"/>
              </a:spcBef>
              <a:spcAft>
                <a:spcPts val="0"/>
              </a:spcAft>
              <a:buClr>
                <a:schemeClr val="dk1"/>
              </a:buClr>
              <a:buSzPts val="1800"/>
              <a:buChar char="•"/>
              <a:defRPr/>
            </a:lvl9pPr>
          </a:lstStyle>
          <a:p/>
        </p:txBody>
      </p:sp>
      <p:sp>
        <p:nvSpPr>
          <p:cNvPr id="32" name="Google Shape;32;p16"/>
          <p:cNvSpPr txBox="1"/>
          <p:nvPr>
            <p:ph type="title"/>
          </p:nvPr>
        </p:nvSpPr>
        <p:spPr>
          <a:xfrm>
            <a:off x="423976" y="751839"/>
            <a:ext cx="6583504" cy="207741"/>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lt1"/>
              </a:buClr>
              <a:buSzPts val="1475"/>
              <a:buFont typeface="IBM Plex Sans"/>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16"/>
          <p:cNvSpPr txBox="1"/>
          <p:nvPr>
            <p:ph idx="11" type="ftr"/>
          </p:nvPr>
        </p:nvSpPr>
        <p:spPr>
          <a:xfrm>
            <a:off x="5000661" y="365760"/>
            <a:ext cx="2147858" cy="12823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16"/>
          <p:cNvSpPr txBox="1"/>
          <p:nvPr>
            <p:ph idx="12" type="sldNum"/>
          </p:nvPr>
        </p:nvSpPr>
        <p:spPr>
          <a:xfrm>
            <a:off x="5531035" y="10152285"/>
            <a:ext cx="1617485" cy="128235"/>
          </a:xfrm>
          <a:prstGeom prst="rect">
            <a:avLst/>
          </a:prstGeom>
          <a:noFill/>
          <a:ln>
            <a:noFill/>
          </a:ln>
        </p:spPr>
        <p:txBody>
          <a:bodyPr anchorCtr="0" anchor="t" bIns="0" lIns="0" spcFirstLastPara="1" rIns="0" wrap="square" tIns="0">
            <a:noAutofit/>
          </a:bodyPr>
          <a:lstStyle>
            <a:lvl1pPr indent="0" lvl="0" marL="0" algn="r">
              <a:spcBef>
                <a:spcPts val="0"/>
              </a:spcBef>
              <a:buNone/>
              <a:defRPr sz="825">
                <a:solidFill>
                  <a:schemeClr val="lt1"/>
                </a:solidFill>
                <a:latin typeface="IBM Plex Sans"/>
                <a:ea typeface="IBM Plex Sans"/>
                <a:cs typeface="IBM Plex Sans"/>
                <a:sym typeface="IBM Plex Sans"/>
              </a:defRPr>
            </a:lvl1pPr>
            <a:lvl2pPr indent="0" lvl="1" marL="0" algn="r">
              <a:spcBef>
                <a:spcPts val="0"/>
              </a:spcBef>
              <a:buNone/>
              <a:defRPr sz="825">
                <a:solidFill>
                  <a:schemeClr val="lt1"/>
                </a:solidFill>
                <a:latin typeface="IBM Plex Sans"/>
                <a:ea typeface="IBM Plex Sans"/>
                <a:cs typeface="IBM Plex Sans"/>
                <a:sym typeface="IBM Plex Sans"/>
              </a:defRPr>
            </a:lvl2pPr>
            <a:lvl3pPr indent="0" lvl="2" marL="0" algn="r">
              <a:spcBef>
                <a:spcPts val="0"/>
              </a:spcBef>
              <a:buNone/>
              <a:defRPr sz="825">
                <a:solidFill>
                  <a:schemeClr val="lt1"/>
                </a:solidFill>
                <a:latin typeface="IBM Plex Sans"/>
                <a:ea typeface="IBM Plex Sans"/>
                <a:cs typeface="IBM Plex Sans"/>
                <a:sym typeface="IBM Plex Sans"/>
              </a:defRPr>
            </a:lvl3pPr>
            <a:lvl4pPr indent="0" lvl="3" marL="0" algn="r">
              <a:spcBef>
                <a:spcPts val="0"/>
              </a:spcBef>
              <a:buNone/>
              <a:defRPr sz="825">
                <a:solidFill>
                  <a:schemeClr val="lt1"/>
                </a:solidFill>
                <a:latin typeface="IBM Plex Sans"/>
                <a:ea typeface="IBM Plex Sans"/>
                <a:cs typeface="IBM Plex Sans"/>
                <a:sym typeface="IBM Plex Sans"/>
              </a:defRPr>
            </a:lvl4pPr>
            <a:lvl5pPr indent="0" lvl="4" marL="0" algn="r">
              <a:spcBef>
                <a:spcPts val="0"/>
              </a:spcBef>
              <a:buNone/>
              <a:defRPr sz="825">
                <a:solidFill>
                  <a:schemeClr val="lt1"/>
                </a:solidFill>
                <a:latin typeface="IBM Plex Sans"/>
                <a:ea typeface="IBM Plex Sans"/>
                <a:cs typeface="IBM Plex Sans"/>
                <a:sym typeface="IBM Plex Sans"/>
              </a:defRPr>
            </a:lvl5pPr>
            <a:lvl6pPr indent="0" lvl="5" marL="0" algn="r">
              <a:spcBef>
                <a:spcPts val="0"/>
              </a:spcBef>
              <a:buNone/>
              <a:defRPr sz="825">
                <a:solidFill>
                  <a:schemeClr val="lt1"/>
                </a:solidFill>
                <a:latin typeface="IBM Plex Sans"/>
                <a:ea typeface="IBM Plex Sans"/>
                <a:cs typeface="IBM Plex Sans"/>
                <a:sym typeface="IBM Plex Sans"/>
              </a:defRPr>
            </a:lvl6pPr>
            <a:lvl7pPr indent="0" lvl="6" marL="0" algn="r">
              <a:spcBef>
                <a:spcPts val="0"/>
              </a:spcBef>
              <a:buNone/>
              <a:defRPr sz="825">
                <a:solidFill>
                  <a:schemeClr val="lt1"/>
                </a:solidFill>
                <a:latin typeface="IBM Plex Sans"/>
                <a:ea typeface="IBM Plex Sans"/>
                <a:cs typeface="IBM Plex Sans"/>
                <a:sym typeface="IBM Plex Sans"/>
              </a:defRPr>
            </a:lvl7pPr>
            <a:lvl8pPr indent="0" lvl="7" marL="0" algn="r">
              <a:spcBef>
                <a:spcPts val="0"/>
              </a:spcBef>
              <a:buNone/>
              <a:defRPr sz="825">
                <a:solidFill>
                  <a:schemeClr val="lt1"/>
                </a:solidFill>
                <a:latin typeface="IBM Plex Sans"/>
                <a:ea typeface="IBM Plex Sans"/>
                <a:cs typeface="IBM Plex Sans"/>
                <a:sym typeface="IBM Plex Sans"/>
              </a:defRPr>
            </a:lvl8pPr>
            <a:lvl9pPr indent="0" lvl="8" marL="0" algn="r">
              <a:spcBef>
                <a:spcPts val="0"/>
              </a:spcBef>
              <a:buNone/>
              <a:defRPr sz="825">
                <a:solidFill>
                  <a:schemeClr val="lt1"/>
                </a:solidFill>
                <a:latin typeface="IBM Plex Sans"/>
                <a:ea typeface="IBM Plex Sans"/>
                <a:cs typeface="IBM Plex Sans"/>
                <a:sym typeface="IBM Plex Sans"/>
              </a:defRPr>
            </a:lvl9p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ro template">
  <p:cSld name="Intro template">
    <p:bg>
      <p:bgPr>
        <a:solidFill>
          <a:schemeClr val="lt1"/>
        </a:solidFill>
      </p:bgPr>
    </p:bg>
    <p:spTree>
      <p:nvGrpSpPr>
        <p:cNvPr id="35" name="Shape 35"/>
        <p:cNvGrpSpPr/>
        <p:nvPr/>
      </p:nvGrpSpPr>
      <p:grpSpPr>
        <a:xfrm>
          <a:off x="0" y="0"/>
          <a:ext cx="0" cy="0"/>
          <a:chOff x="0" y="0"/>
          <a:chExt cx="0" cy="0"/>
        </a:xfrm>
      </p:grpSpPr>
      <p:sp>
        <p:nvSpPr>
          <p:cNvPr id="36" name="Google Shape;36;p17"/>
          <p:cNvSpPr txBox="1"/>
          <p:nvPr>
            <p:ph idx="1" type="body"/>
          </p:nvPr>
        </p:nvSpPr>
        <p:spPr>
          <a:xfrm>
            <a:off x="417725" y="1422386"/>
            <a:ext cx="2071467" cy="4440060"/>
          </a:xfrm>
          <a:prstGeom prst="rect">
            <a:avLst/>
          </a:prstGeom>
          <a:noFill/>
          <a:ln>
            <a:noFill/>
          </a:ln>
        </p:spPr>
        <p:txBody>
          <a:bodyPr anchorCtr="0" anchor="t" bIns="0" lIns="0" spcFirstLastPara="1" rIns="0" wrap="square" tIns="0">
            <a:noAutofit/>
          </a:bodyPr>
          <a:lstStyle>
            <a:lvl1pPr indent="-228600" lvl="0" marL="457200" algn="l">
              <a:lnSpc>
                <a:spcPct val="106000"/>
              </a:lnSpc>
              <a:spcBef>
                <a:spcPts val="0"/>
              </a:spcBef>
              <a:spcAft>
                <a:spcPts val="0"/>
              </a:spcAft>
              <a:buClr>
                <a:schemeClr val="dk2"/>
              </a:buClr>
              <a:buSzPts val="725"/>
              <a:buNone/>
              <a:defRPr/>
            </a:lvl1pPr>
            <a:lvl2pPr indent="-342900" lvl="1" marL="914400" algn="l">
              <a:lnSpc>
                <a:spcPct val="106000"/>
              </a:lnSpc>
              <a:spcBef>
                <a:spcPts val="0"/>
              </a:spcBef>
              <a:spcAft>
                <a:spcPts val="0"/>
              </a:spcAft>
              <a:buClr>
                <a:schemeClr val="dk2"/>
              </a:buClr>
              <a:buSzPts val="1800"/>
              <a:buChar char="•"/>
              <a:defRPr/>
            </a:lvl2pPr>
            <a:lvl3pPr indent="-342900" lvl="2" marL="1371600" algn="l">
              <a:lnSpc>
                <a:spcPct val="106000"/>
              </a:lnSpc>
              <a:spcBef>
                <a:spcPts val="0"/>
              </a:spcBef>
              <a:spcAft>
                <a:spcPts val="0"/>
              </a:spcAft>
              <a:buClr>
                <a:schemeClr val="dk2"/>
              </a:buClr>
              <a:buSzPts val="1800"/>
              <a:buChar char="•"/>
              <a:defRPr/>
            </a:lvl3pPr>
            <a:lvl4pPr indent="-342900" lvl="3" marL="1828800" algn="l">
              <a:lnSpc>
                <a:spcPct val="106000"/>
              </a:lnSpc>
              <a:spcBef>
                <a:spcPts val="0"/>
              </a:spcBef>
              <a:spcAft>
                <a:spcPts val="0"/>
              </a:spcAft>
              <a:buClr>
                <a:schemeClr val="dk2"/>
              </a:buClr>
              <a:buSzPts val="1800"/>
              <a:buChar char="•"/>
              <a:defRPr/>
            </a:lvl4pPr>
            <a:lvl5pPr indent="-342900" lvl="4" marL="2286000" algn="l">
              <a:lnSpc>
                <a:spcPct val="106000"/>
              </a:lnSpc>
              <a:spcBef>
                <a:spcPts val="0"/>
              </a:spcBef>
              <a:spcAft>
                <a:spcPts val="0"/>
              </a:spcAft>
              <a:buClr>
                <a:schemeClr val="dk2"/>
              </a:buClr>
              <a:buSzPts val="1800"/>
              <a:buChar char="•"/>
              <a:defRPr/>
            </a:lvl5pPr>
            <a:lvl6pPr indent="-342900" lvl="5" marL="2743200" algn="l">
              <a:lnSpc>
                <a:spcPct val="90000"/>
              </a:lnSpc>
              <a:spcBef>
                <a:spcPts val="417"/>
              </a:spcBef>
              <a:spcAft>
                <a:spcPts val="0"/>
              </a:spcAft>
              <a:buClr>
                <a:schemeClr val="dk1"/>
              </a:buClr>
              <a:buSzPts val="1800"/>
              <a:buChar char="•"/>
              <a:defRPr/>
            </a:lvl6pPr>
            <a:lvl7pPr indent="-342900" lvl="6" marL="3200400" algn="l">
              <a:lnSpc>
                <a:spcPct val="90000"/>
              </a:lnSpc>
              <a:spcBef>
                <a:spcPts val="417"/>
              </a:spcBef>
              <a:spcAft>
                <a:spcPts val="0"/>
              </a:spcAft>
              <a:buClr>
                <a:schemeClr val="dk1"/>
              </a:buClr>
              <a:buSzPts val="1800"/>
              <a:buChar char="•"/>
              <a:defRPr/>
            </a:lvl7pPr>
            <a:lvl8pPr indent="-342900" lvl="7" marL="3657600" algn="l">
              <a:lnSpc>
                <a:spcPct val="90000"/>
              </a:lnSpc>
              <a:spcBef>
                <a:spcPts val="417"/>
              </a:spcBef>
              <a:spcAft>
                <a:spcPts val="0"/>
              </a:spcAft>
              <a:buClr>
                <a:schemeClr val="dk1"/>
              </a:buClr>
              <a:buSzPts val="1800"/>
              <a:buChar char="•"/>
              <a:defRPr/>
            </a:lvl8pPr>
            <a:lvl9pPr indent="-342900" lvl="8" marL="4114800" algn="l">
              <a:lnSpc>
                <a:spcPct val="90000"/>
              </a:lnSpc>
              <a:spcBef>
                <a:spcPts val="417"/>
              </a:spcBef>
              <a:spcAft>
                <a:spcPts val="0"/>
              </a:spcAft>
              <a:buClr>
                <a:schemeClr val="dk1"/>
              </a:buClr>
              <a:buSzPts val="1800"/>
              <a:buChar char="•"/>
              <a:defRPr/>
            </a:lvl9pPr>
          </a:lstStyle>
          <a:p/>
        </p:txBody>
      </p:sp>
      <p:sp>
        <p:nvSpPr>
          <p:cNvPr id="37" name="Google Shape;37;p17"/>
          <p:cNvSpPr txBox="1"/>
          <p:nvPr>
            <p:ph idx="2" type="body"/>
          </p:nvPr>
        </p:nvSpPr>
        <p:spPr>
          <a:xfrm>
            <a:off x="2676401" y="1422387"/>
            <a:ext cx="2071466" cy="4440059"/>
          </a:xfrm>
          <a:prstGeom prst="rect">
            <a:avLst/>
          </a:prstGeom>
          <a:noFill/>
          <a:ln>
            <a:noFill/>
          </a:ln>
        </p:spPr>
        <p:txBody>
          <a:bodyPr anchorCtr="0" anchor="t" bIns="0" lIns="0" spcFirstLastPara="1" rIns="0" wrap="square" tIns="0">
            <a:noAutofit/>
          </a:bodyPr>
          <a:lstStyle>
            <a:lvl1pPr indent="-228600" lvl="0" marL="457200" algn="l">
              <a:lnSpc>
                <a:spcPct val="106000"/>
              </a:lnSpc>
              <a:spcBef>
                <a:spcPts val="0"/>
              </a:spcBef>
              <a:spcAft>
                <a:spcPts val="0"/>
              </a:spcAft>
              <a:buClr>
                <a:schemeClr val="dk2"/>
              </a:buClr>
              <a:buSzPts val="725"/>
              <a:buNone/>
              <a:defRPr/>
            </a:lvl1pPr>
            <a:lvl2pPr indent="-342900" lvl="1" marL="914400" algn="l">
              <a:lnSpc>
                <a:spcPct val="106000"/>
              </a:lnSpc>
              <a:spcBef>
                <a:spcPts val="0"/>
              </a:spcBef>
              <a:spcAft>
                <a:spcPts val="0"/>
              </a:spcAft>
              <a:buClr>
                <a:schemeClr val="dk2"/>
              </a:buClr>
              <a:buSzPts val="1800"/>
              <a:buChar char="•"/>
              <a:defRPr/>
            </a:lvl2pPr>
            <a:lvl3pPr indent="-342900" lvl="2" marL="1371600" algn="l">
              <a:lnSpc>
                <a:spcPct val="106000"/>
              </a:lnSpc>
              <a:spcBef>
                <a:spcPts val="0"/>
              </a:spcBef>
              <a:spcAft>
                <a:spcPts val="0"/>
              </a:spcAft>
              <a:buClr>
                <a:schemeClr val="dk2"/>
              </a:buClr>
              <a:buSzPts val="1800"/>
              <a:buChar char="•"/>
              <a:defRPr/>
            </a:lvl3pPr>
            <a:lvl4pPr indent="-342900" lvl="3" marL="1828800" algn="l">
              <a:lnSpc>
                <a:spcPct val="106000"/>
              </a:lnSpc>
              <a:spcBef>
                <a:spcPts val="0"/>
              </a:spcBef>
              <a:spcAft>
                <a:spcPts val="0"/>
              </a:spcAft>
              <a:buClr>
                <a:schemeClr val="dk2"/>
              </a:buClr>
              <a:buSzPts val="1800"/>
              <a:buChar char="•"/>
              <a:defRPr/>
            </a:lvl4pPr>
            <a:lvl5pPr indent="-342900" lvl="4" marL="2286000" algn="l">
              <a:lnSpc>
                <a:spcPct val="106000"/>
              </a:lnSpc>
              <a:spcBef>
                <a:spcPts val="0"/>
              </a:spcBef>
              <a:spcAft>
                <a:spcPts val="0"/>
              </a:spcAft>
              <a:buClr>
                <a:schemeClr val="dk2"/>
              </a:buClr>
              <a:buSzPts val="1800"/>
              <a:buChar char="•"/>
              <a:defRPr/>
            </a:lvl5pPr>
            <a:lvl6pPr indent="-342900" lvl="5" marL="2743200" algn="l">
              <a:lnSpc>
                <a:spcPct val="90000"/>
              </a:lnSpc>
              <a:spcBef>
                <a:spcPts val="417"/>
              </a:spcBef>
              <a:spcAft>
                <a:spcPts val="0"/>
              </a:spcAft>
              <a:buClr>
                <a:schemeClr val="dk1"/>
              </a:buClr>
              <a:buSzPts val="1800"/>
              <a:buChar char="•"/>
              <a:defRPr/>
            </a:lvl6pPr>
            <a:lvl7pPr indent="-342900" lvl="6" marL="3200400" algn="l">
              <a:lnSpc>
                <a:spcPct val="90000"/>
              </a:lnSpc>
              <a:spcBef>
                <a:spcPts val="417"/>
              </a:spcBef>
              <a:spcAft>
                <a:spcPts val="0"/>
              </a:spcAft>
              <a:buClr>
                <a:schemeClr val="dk1"/>
              </a:buClr>
              <a:buSzPts val="1800"/>
              <a:buChar char="•"/>
              <a:defRPr/>
            </a:lvl7pPr>
            <a:lvl8pPr indent="-342900" lvl="7" marL="3657600" algn="l">
              <a:lnSpc>
                <a:spcPct val="90000"/>
              </a:lnSpc>
              <a:spcBef>
                <a:spcPts val="417"/>
              </a:spcBef>
              <a:spcAft>
                <a:spcPts val="0"/>
              </a:spcAft>
              <a:buClr>
                <a:schemeClr val="dk1"/>
              </a:buClr>
              <a:buSzPts val="1800"/>
              <a:buChar char="•"/>
              <a:defRPr/>
            </a:lvl8pPr>
            <a:lvl9pPr indent="-342900" lvl="8" marL="4114800" algn="l">
              <a:lnSpc>
                <a:spcPct val="90000"/>
              </a:lnSpc>
              <a:spcBef>
                <a:spcPts val="417"/>
              </a:spcBef>
              <a:spcAft>
                <a:spcPts val="0"/>
              </a:spcAft>
              <a:buClr>
                <a:schemeClr val="dk1"/>
              </a:buClr>
              <a:buSzPts val="1800"/>
              <a:buChar char="•"/>
              <a:defRPr/>
            </a:lvl9pPr>
          </a:lstStyle>
          <a:p/>
        </p:txBody>
      </p:sp>
      <p:sp>
        <p:nvSpPr>
          <p:cNvPr id="38" name="Google Shape;38;p17"/>
          <p:cNvSpPr txBox="1"/>
          <p:nvPr>
            <p:ph type="title"/>
          </p:nvPr>
        </p:nvSpPr>
        <p:spPr>
          <a:xfrm>
            <a:off x="423976" y="751839"/>
            <a:ext cx="6583504" cy="207741"/>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txBox="1"/>
          <p:nvPr>
            <p:ph idx="1" type="body"/>
          </p:nvPr>
        </p:nvSpPr>
        <p:spPr>
          <a:xfrm>
            <a:off x="423975" y="1422668"/>
            <a:ext cx="6583503" cy="4439883"/>
          </a:xfrm>
          <a:prstGeom prst="rect">
            <a:avLst/>
          </a:prstGeom>
          <a:noFill/>
          <a:ln>
            <a:noFill/>
          </a:ln>
        </p:spPr>
        <p:txBody>
          <a:bodyPr anchorCtr="0" anchor="t" bIns="0" lIns="0" spcFirstLastPara="1" rIns="0" wrap="square" tIns="0">
            <a:noAutofit/>
          </a:bodyPr>
          <a:lstStyle>
            <a:lvl1pPr indent="-274638" lvl="0" marL="457200" marR="0" rtl="0" algn="l">
              <a:lnSpc>
                <a:spcPct val="106000"/>
              </a:lnSpc>
              <a:spcBef>
                <a:spcPts val="0"/>
              </a:spcBef>
              <a:spcAft>
                <a:spcPts val="0"/>
              </a:spcAft>
              <a:buClr>
                <a:schemeClr val="dk2"/>
              </a:buClr>
              <a:buSzPts val="725"/>
              <a:buFont typeface="Arial"/>
              <a:buChar char="•"/>
              <a:defRPr b="0" i="0" sz="725" u="none" cap="none" strike="noStrike">
                <a:solidFill>
                  <a:schemeClr val="dk2"/>
                </a:solidFill>
                <a:latin typeface="IBM Plex Sans"/>
                <a:ea typeface="IBM Plex Sans"/>
                <a:cs typeface="IBM Plex Sans"/>
                <a:sym typeface="IBM Plex Sans"/>
              </a:defRPr>
            </a:lvl1pPr>
            <a:lvl2pPr indent="-274638" lvl="1" marL="914400" marR="0" rtl="0" algn="l">
              <a:lnSpc>
                <a:spcPct val="106000"/>
              </a:lnSpc>
              <a:spcBef>
                <a:spcPts val="0"/>
              </a:spcBef>
              <a:spcAft>
                <a:spcPts val="0"/>
              </a:spcAft>
              <a:buClr>
                <a:schemeClr val="dk2"/>
              </a:buClr>
              <a:buSzPts val="725"/>
              <a:buFont typeface="Arial"/>
              <a:buChar char="•"/>
              <a:defRPr b="0" i="0" sz="725" u="none" cap="none" strike="noStrike">
                <a:solidFill>
                  <a:schemeClr val="dk2"/>
                </a:solidFill>
                <a:latin typeface="IBM Plex Sans"/>
                <a:ea typeface="IBM Plex Sans"/>
                <a:cs typeface="IBM Plex Sans"/>
                <a:sym typeface="IBM Plex Sans"/>
              </a:defRPr>
            </a:lvl2pPr>
            <a:lvl3pPr indent="-274638" lvl="2" marL="1371600" marR="0" rtl="0" algn="l">
              <a:lnSpc>
                <a:spcPct val="106000"/>
              </a:lnSpc>
              <a:spcBef>
                <a:spcPts val="0"/>
              </a:spcBef>
              <a:spcAft>
                <a:spcPts val="0"/>
              </a:spcAft>
              <a:buClr>
                <a:schemeClr val="dk2"/>
              </a:buClr>
              <a:buSzPts val="725"/>
              <a:buFont typeface="Arial"/>
              <a:buChar char="•"/>
              <a:defRPr b="0" i="0" sz="725" u="none" cap="none" strike="noStrike">
                <a:solidFill>
                  <a:schemeClr val="dk2"/>
                </a:solidFill>
                <a:latin typeface="IBM Plex Sans"/>
                <a:ea typeface="IBM Plex Sans"/>
                <a:cs typeface="IBM Plex Sans"/>
                <a:sym typeface="IBM Plex Sans"/>
              </a:defRPr>
            </a:lvl3pPr>
            <a:lvl4pPr indent="-274638" lvl="3" marL="1828800" marR="0" rtl="0" algn="l">
              <a:lnSpc>
                <a:spcPct val="106000"/>
              </a:lnSpc>
              <a:spcBef>
                <a:spcPts val="0"/>
              </a:spcBef>
              <a:spcAft>
                <a:spcPts val="0"/>
              </a:spcAft>
              <a:buClr>
                <a:schemeClr val="dk2"/>
              </a:buClr>
              <a:buSzPts val="725"/>
              <a:buFont typeface="Arial"/>
              <a:buChar char="•"/>
              <a:defRPr b="0" i="0" sz="725" u="none" cap="none" strike="noStrike">
                <a:solidFill>
                  <a:schemeClr val="dk2"/>
                </a:solidFill>
                <a:latin typeface="IBM Plex Sans"/>
                <a:ea typeface="IBM Plex Sans"/>
                <a:cs typeface="IBM Plex Sans"/>
                <a:sym typeface="IBM Plex Sans"/>
              </a:defRPr>
            </a:lvl4pPr>
            <a:lvl5pPr indent="-274638" lvl="4" marL="2286000" marR="0" rtl="0" algn="l">
              <a:lnSpc>
                <a:spcPct val="106000"/>
              </a:lnSpc>
              <a:spcBef>
                <a:spcPts val="0"/>
              </a:spcBef>
              <a:spcAft>
                <a:spcPts val="0"/>
              </a:spcAft>
              <a:buClr>
                <a:schemeClr val="dk2"/>
              </a:buClr>
              <a:buSzPts val="725"/>
              <a:buFont typeface="Arial"/>
              <a:buChar char="•"/>
              <a:defRPr b="0" i="0" sz="725" u="none" cap="none" strike="noStrike">
                <a:solidFill>
                  <a:schemeClr val="dk2"/>
                </a:solidFill>
                <a:latin typeface="IBM Plex Sans"/>
                <a:ea typeface="IBM Plex Sans"/>
                <a:cs typeface="IBM Plex Sans"/>
                <a:sym typeface="IBM Plex Sans"/>
              </a:defRPr>
            </a:lvl5pPr>
            <a:lvl6pPr indent="-322263" lvl="5" marL="2743200" marR="0" rtl="0" algn="l">
              <a:lnSpc>
                <a:spcPct val="90000"/>
              </a:lnSpc>
              <a:spcBef>
                <a:spcPts val="417"/>
              </a:spcBef>
              <a:spcAft>
                <a:spcPts val="0"/>
              </a:spcAft>
              <a:buClr>
                <a:schemeClr val="dk1"/>
              </a:buClr>
              <a:buSzPts val="1475"/>
              <a:buFont typeface="Arial"/>
              <a:buChar char="•"/>
              <a:defRPr b="0" i="0" sz="1475" u="none" cap="none" strike="noStrike">
                <a:solidFill>
                  <a:schemeClr val="dk1"/>
                </a:solidFill>
                <a:latin typeface="IBM Plex Sans"/>
                <a:ea typeface="IBM Plex Sans"/>
                <a:cs typeface="IBM Plex Sans"/>
                <a:sym typeface="IBM Plex Sans"/>
              </a:defRPr>
            </a:lvl6pPr>
            <a:lvl7pPr indent="-322263" lvl="6" marL="3200400" marR="0" rtl="0" algn="l">
              <a:lnSpc>
                <a:spcPct val="90000"/>
              </a:lnSpc>
              <a:spcBef>
                <a:spcPts val="417"/>
              </a:spcBef>
              <a:spcAft>
                <a:spcPts val="0"/>
              </a:spcAft>
              <a:buClr>
                <a:schemeClr val="dk1"/>
              </a:buClr>
              <a:buSzPts val="1475"/>
              <a:buFont typeface="Arial"/>
              <a:buChar char="•"/>
              <a:defRPr b="0" i="0" sz="1475" u="none" cap="none" strike="noStrike">
                <a:solidFill>
                  <a:schemeClr val="dk1"/>
                </a:solidFill>
                <a:latin typeface="IBM Plex Sans"/>
                <a:ea typeface="IBM Plex Sans"/>
                <a:cs typeface="IBM Plex Sans"/>
                <a:sym typeface="IBM Plex Sans"/>
              </a:defRPr>
            </a:lvl7pPr>
            <a:lvl8pPr indent="-322263" lvl="7" marL="3657600" marR="0" rtl="0" algn="l">
              <a:lnSpc>
                <a:spcPct val="90000"/>
              </a:lnSpc>
              <a:spcBef>
                <a:spcPts val="417"/>
              </a:spcBef>
              <a:spcAft>
                <a:spcPts val="0"/>
              </a:spcAft>
              <a:buClr>
                <a:schemeClr val="dk1"/>
              </a:buClr>
              <a:buSzPts val="1475"/>
              <a:buFont typeface="Arial"/>
              <a:buChar char="•"/>
              <a:defRPr b="0" i="0" sz="1475" u="none" cap="none" strike="noStrike">
                <a:solidFill>
                  <a:schemeClr val="dk1"/>
                </a:solidFill>
                <a:latin typeface="IBM Plex Sans"/>
                <a:ea typeface="IBM Plex Sans"/>
                <a:cs typeface="IBM Plex Sans"/>
                <a:sym typeface="IBM Plex Sans"/>
              </a:defRPr>
            </a:lvl8pPr>
            <a:lvl9pPr indent="-322263" lvl="8" marL="4114800" marR="0" rtl="0" algn="l">
              <a:lnSpc>
                <a:spcPct val="90000"/>
              </a:lnSpc>
              <a:spcBef>
                <a:spcPts val="417"/>
              </a:spcBef>
              <a:spcAft>
                <a:spcPts val="0"/>
              </a:spcAft>
              <a:buClr>
                <a:schemeClr val="dk1"/>
              </a:buClr>
              <a:buSzPts val="1475"/>
              <a:buFont typeface="Arial"/>
              <a:buChar char="•"/>
              <a:defRPr b="0" i="0" sz="1475" u="none" cap="none" strike="noStrike">
                <a:solidFill>
                  <a:schemeClr val="dk1"/>
                </a:solidFill>
                <a:latin typeface="IBM Plex Sans"/>
                <a:ea typeface="IBM Plex Sans"/>
                <a:cs typeface="IBM Plex Sans"/>
                <a:sym typeface="IBM Plex Sans"/>
              </a:defRPr>
            </a:lvl9pPr>
          </a:lstStyle>
          <a:p/>
        </p:txBody>
      </p:sp>
      <p:sp>
        <p:nvSpPr>
          <p:cNvPr id="11" name="Google Shape;11;p12"/>
          <p:cNvSpPr txBox="1"/>
          <p:nvPr>
            <p:ph idx="10" type="dt"/>
          </p:nvPr>
        </p:nvSpPr>
        <p:spPr>
          <a:xfrm>
            <a:off x="276685" y="10152285"/>
            <a:ext cx="1617485" cy="128235"/>
          </a:xfrm>
          <a:prstGeom prst="rect">
            <a:avLst/>
          </a:prstGeom>
          <a:noFill/>
          <a:ln>
            <a:noFill/>
          </a:ln>
        </p:spPr>
        <p:txBody>
          <a:bodyPr anchorCtr="0" anchor="t" bIns="0" lIns="0" spcFirstLastPara="1" rIns="0" wrap="square" tIns="0">
            <a:noAutofit/>
          </a:bodyPr>
          <a:lstStyle>
            <a:lvl1pPr lvl="0" marR="0" rtl="0" algn="l">
              <a:spcBef>
                <a:spcPts val="0"/>
              </a:spcBef>
              <a:spcAft>
                <a:spcPts val="0"/>
              </a:spcAft>
              <a:buSzPts val="1400"/>
              <a:buNone/>
              <a:defRPr b="0" i="0" sz="825" u="none" cap="none" strike="noStrike">
                <a:solidFill>
                  <a:srgbClr val="5F7D69"/>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12" name="Google Shape;12;p12"/>
          <p:cNvSpPr txBox="1"/>
          <p:nvPr>
            <p:ph idx="11" type="ftr"/>
          </p:nvPr>
        </p:nvSpPr>
        <p:spPr>
          <a:xfrm>
            <a:off x="5000661" y="365760"/>
            <a:ext cx="2147858" cy="128235"/>
          </a:xfrm>
          <a:prstGeom prst="rect">
            <a:avLst/>
          </a:prstGeom>
          <a:noFill/>
          <a:ln>
            <a:noFill/>
          </a:ln>
        </p:spPr>
        <p:txBody>
          <a:bodyPr anchorCtr="0" anchor="t" bIns="0" lIns="0" spcFirstLastPara="1" rIns="0" wrap="square" tIns="0">
            <a:noAutofit/>
          </a:bodyPr>
          <a:lstStyle>
            <a:lvl1pPr lvl="0" marR="0" rtl="0" algn="r">
              <a:spcBef>
                <a:spcPts val="0"/>
              </a:spcBef>
              <a:spcAft>
                <a:spcPts val="0"/>
              </a:spcAft>
              <a:buSzPts val="1400"/>
              <a:buNone/>
              <a:defRPr b="1" i="0" sz="825" u="none" cap="none" strike="noStrike">
                <a:solidFill>
                  <a:srgbClr val="5F7D69"/>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13" name="Google Shape;13;p12"/>
          <p:cNvSpPr txBox="1"/>
          <p:nvPr>
            <p:ph idx="12" type="sldNum"/>
          </p:nvPr>
        </p:nvSpPr>
        <p:spPr>
          <a:xfrm>
            <a:off x="5531035" y="10152285"/>
            <a:ext cx="1617485" cy="128235"/>
          </a:xfrm>
          <a:prstGeom prst="rect">
            <a:avLst/>
          </a:prstGeom>
          <a:noFill/>
          <a:ln>
            <a:noFill/>
          </a:ln>
        </p:spPr>
        <p:txBody>
          <a:bodyPr anchorCtr="0" anchor="t" bIns="0" lIns="0" spcFirstLastPara="1" rIns="0" wrap="square" tIns="0">
            <a:noAutofit/>
          </a:bodyPr>
          <a:lstStyle>
            <a:lvl1pPr indent="0" lvl="0" marL="0" marR="0" rtl="0" algn="r">
              <a:spcBef>
                <a:spcPts val="0"/>
              </a:spcBef>
              <a:buNone/>
              <a:defRPr b="0" i="0" sz="825" u="none" cap="none" strike="noStrike">
                <a:solidFill>
                  <a:schemeClr val="dk2"/>
                </a:solidFill>
                <a:latin typeface="IBM Plex Sans"/>
                <a:ea typeface="IBM Plex Sans"/>
                <a:cs typeface="IBM Plex Sans"/>
                <a:sym typeface="IBM Plex Sans"/>
              </a:defRPr>
            </a:lvl1pPr>
            <a:lvl2pPr indent="0" lvl="1" marL="0" marR="0" rtl="0" algn="r">
              <a:spcBef>
                <a:spcPts val="0"/>
              </a:spcBef>
              <a:buNone/>
              <a:defRPr b="0" i="0" sz="825" u="none" cap="none" strike="noStrike">
                <a:solidFill>
                  <a:schemeClr val="dk2"/>
                </a:solidFill>
                <a:latin typeface="IBM Plex Sans"/>
                <a:ea typeface="IBM Plex Sans"/>
                <a:cs typeface="IBM Plex Sans"/>
                <a:sym typeface="IBM Plex Sans"/>
              </a:defRPr>
            </a:lvl2pPr>
            <a:lvl3pPr indent="0" lvl="2" marL="0" marR="0" rtl="0" algn="r">
              <a:spcBef>
                <a:spcPts val="0"/>
              </a:spcBef>
              <a:buNone/>
              <a:defRPr b="0" i="0" sz="825" u="none" cap="none" strike="noStrike">
                <a:solidFill>
                  <a:schemeClr val="dk2"/>
                </a:solidFill>
                <a:latin typeface="IBM Plex Sans"/>
                <a:ea typeface="IBM Plex Sans"/>
                <a:cs typeface="IBM Plex Sans"/>
                <a:sym typeface="IBM Plex Sans"/>
              </a:defRPr>
            </a:lvl3pPr>
            <a:lvl4pPr indent="0" lvl="3" marL="0" marR="0" rtl="0" algn="r">
              <a:spcBef>
                <a:spcPts val="0"/>
              </a:spcBef>
              <a:buNone/>
              <a:defRPr b="0" i="0" sz="825" u="none" cap="none" strike="noStrike">
                <a:solidFill>
                  <a:schemeClr val="dk2"/>
                </a:solidFill>
                <a:latin typeface="IBM Plex Sans"/>
                <a:ea typeface="IBM Plex Sans"/>
                <a:cs typeface="IBM Plex Sans"/>
                <a:sym typeface="IBM Plex Sans"/>
              </a:defRPr>
            </a:lvl4pPr>
            <a:lvl5pPr indent="0" lvl="4" marL="0" marR="0" rtl="0" algn="r">
              <a:spcBef>
                <a:spcPts val="0"/>
              </a:spcBef>
              <a:buNone/>
              <a:defRPr b="0" i="0" sz="825" u="none" cap="none" strike="noStrike">
                <a:solidFill>
                  <a:schemeClr val="dk2"/>
                </a:solidFill>
                <a:latin typeface="IBM Plex Sans"/>
                <a:ea typeface="IBM Plex Sans"/>
                <a:cs typeface="IBM Plex Sans"/>
                <a:sym typeface="IBM Plex Sans"/>
              </a:defRPr>
            </a:lvl5pPr>
            <a:lvl6pPr indent="0" lvl="5" marL="0" marR="0" rtl="0" algn="r">
              <a:spcBef>
                <a:spcPts val="0"/>
              </a:spcBef>
              <a:buNone/>
              <a:defRPr b="0" i="0" sz="825" u="none" cap="none" strike="noStrike">
                <a:solidFill>
                  <a:schemeClr val="dk2"/>
                </a:solidFill>
                <a:latin typeface="IBM Plex Sans"/>
                <a:ea typeface="IBM Plex Sans"/>
                <a:cs typeface="IBM Plex Sans"/>
                <a:sym typeface="IBM Plex Sans"/>
              </a:defRPr>
            </a:lvl6pPr>
            <a:lvl7pPr indent="0" lvl="6" marL="0" marR="0" rtl="0" algn="r">
              <a:spcBef>
                <a:spcPts val="0"/>
              </a:spcBef>
              <a:buNone/>
              <a:defRPr b="0" i="0" sz="825" u="none" cap="none" strike="noStrike">
                <a:solidFill>
                  <a:schemeClr val="dk2"/>
                </a:solidFill>
                <a:latin typeface="IBM Plex Sans"/>
                <a:ea typeface="IBM Plex Sans"/>
                <a:cs typeface="IBM Plex Sans"/>
                <a:sym typeface="IBM Plex Sans"/>
              </a:defRPr>
            </a:lvl7pPr>
            <a:lvl8pPr indent="0" lvl="7" marL="0" marR="0" rtl="0" algn="r">
              <a:spcBef>
                <a:spcPts val="0"/>
              </a:spcBef>
              <a:buNone/>
              <a:defRPr b="0" i="0" sz="825" u="none" cap="none" strike="noStrike">
                <a:solidFill>
                  <a:schemeClr val="dk2"/>
                </a:solidFill>
                <a:latin typeface="IBM Plex Sans"/>
                <a:ea typeface="IBM Plex Sans"/>
                <a:cs typeface="IBM Plex Sans"/>
                <a:sym typeface="IBM Plex Sans"/>
              </a:defRPr>
            </a:lvl8pPr>
            <a:lvl9pPr indent="0" lvl="8" marL="0" marR="0" rtl="0" algn="r">
              <a:spcBef>
                <a:spcPts val="0"/>
              </a:spcBef>
              <a:buNone/>
              <a:defRPr b="0" i="0" sz="825" u="none" cap="none" strike="noStrike">
                <a:solidFill>
                  <a:schemeClr val="dk2"/>
                </a:solidFill>
                <a:latin typeface="IBM Plex Sans"/>
                <a:ea typeface="IBM Plex Sans"/>
                <a:cs typeface="IBM Plex Sans"/>
                <a:sym typeface="IBM Plex Sans"/>
              </a:defRPr>
            </a:lvl9pPr>
          </a:lstStyle>
          <a:p>
            <a:pPr indent="0" lvl="0" marL="0" rtl="0" algn="r">
              <a:spcBef>
                <a:spcPts val="0"/>
              </a:spcBef>
              <a:spcAft>
                <a:spcPts val="0"/>
              </a:spcAft>
              <a:buNone/>
            </a:pPr>
            <a:fld id="{00000000-1234-1234-1234-123412341234}" type="slidenum">
              <a:rPr lang="da-DK"/>
              <a:t>‹#›</a:t>
            </a:fld>
            <a:endParaRPr/>
          </a:p>
        </p:txBody>
      </p:sp>
      <p:sp>
        <p:nvSpPr>
          <p:cNvPr id="14" name="Google Shape;14;p12"/>
          <p:cNvSpPr txBox="1"/>
          <p:nvPr>
            <p:ph type="title"/>
          </p:nvPr>
        </p:nvSpPr>
        <p:spPr>
          <a:xfrm>
            <a:off x="423976" y="751839"/>
            <a:ext cx="6583504" cy="207741"/>
          </a:xfrm>
          <a:prstGeom prst="rect">
            <a:avLst/>
          </a:prstGeom>
          <a:noFill/>
          <a:ln>
            <a:noFill/>
          </a:ln>
        </p:spPr>
        <p:txBody>
          <a:bodyPr anchorCtr="0" anchor="t" bIns="0" lIns="0" spcFirstLastPara="1" rIns="0" wrap="square" tIns="0">
            <a:spAutoFit/>
          </a:bodyPr>
          <a:lstStyle>
            <a:lvl1pPr lvl="0" marR="0" rtl="0" algn="l">
              <a:lnSpc>
                <a:spcPct val="90000"/>
              </a:lnSpc>
              <a:spcBef>
                <a:spcPts val="0"/>
              </a:spcBef>
              <a:spcAft>
                <a:spcPts val="0"/>
              </a:spcAft>
              <a:buClr>
                <a:schemeClr val="dk2"/>
              </a:buClr>
              <a:buSzPts val="1475"/>
              <a:buFont typeface="IBM Plex Sans"/>
              <a:buNone/>
              <a:defRPr b="1" i="0" sz="1475" u="none" cap="none" strike="noStrike">
                <a:solidFill>
                  <a:schemeClr val="dk2"/>
                </a:solidFill>
                <a:latin typeface="IBM Plex Sans"/>
                <a:ea typeface="IBM Plex Sans"/>
                <a:cs typeface="IBM Plex Sans"/>
                <a:sym typeface="IBM Plex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15:clr>
            <a:srgbClr val="F26B43"/>
          </p15:clr>
        </p15:guide>
        <p15:guide id="2" pos="7680">
          <p15:clr>
            <a:srgbClr val="F26B43"/>
          </p15:clr>
        </p15:guide>
        <p15:guide id="3" pos="320">
          <p15:clr>
            <a:srgbClr val="F26B43"/>
          </p15:clr>
        </p15:guide>
        <p15:guide id="4" pos="2533">
          <p15:clr>
            <a:srgbClr val="F26B43"/>
          </p15:clr>
        </p15:guide>
        <p15:guide id="5" pos="2733">
          <p15:clr>
            <a:srgbClr val="F26B43"/>
          </p15:clr>
        </p15:guide>
        <p15:guide id="6" pos="4946">
          <p15:clr>
            <a:srgbClr val="F26B43"/>
          </p15:clr>
        </p15:guide>
        <p15:guide id="7" pos="5146">
          <p15:clr>
            <a:srgbClr val="F26B43"/>
          </p15:clr>
        </p15:guide>
        <p15:guide id="8" pos="7360">
          <p15:clr>
            <a:srgbClr val="F26B43"/>
          </p15:clr>
        </p15:guide>
        <p15:guide id="9" orient="horz">
          <p15:clr>
            <a:srgbClr val="F26B43"/>
          </p15:clr>
        </p15:guide>
        <p15:guide id="10" orient="horz" pos="4320">
          <p15:clr>
            <a:srgbClr val="F26B43"/>
          </p15:clr>
        </p15:guide>
        <p15:guide id="11" orient="horz" pos="320">
          <p15:clr>
            <a:srgbClr val="F26B43"/>
          </p15:clr>
        </p15:guide>
        <p15:guide id="12" orient="horz" pos="4000">
          <p15:clr>
            <a:srgbClr val="F26B43"/>
          </p15:clr>
        </p15:guide>
        <p15:guide id="13" orient="horz" pos="6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 name="Shape 43"/>
        <p:cNvGrpSpPr/>
        <p:nvPr/>
      </p:nvGrpSpPr>
      <p:grpSpPr>
        <a:xfrm>
          <a:off x="0" y="0"/>
          <a:ext cx="0" cy="0"/>
          <a:chOff x="0" y="0"/>
          <a:chExt cx="0" cy="0"/>
        </a:xfrm>
      </p:grpSpPr>
      <p:sp>
        <p:nvSpPr>
          <p:cNvPr id="44" name="Google Shape;44;p1"/>
          <p:cNvSpPr txBox="1"/>
          <p:nvPr>
            <p:ph type="title"/>
          </p:nvPr>
        </p:nvSpPr>
        <p:spPr>
          <a:xfrm>
            <a:off x="411480" y="6237584"/>
            <a:ext cx="6737040" cy="126952"/>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lt1"/>
              </a:buClr>
              <a:buSzPts val="900"/>
              <a:buFont typeface="IBM Plex Sans"/>
              <a:buNone/>
            </a:pPr>
            <a:r>
              <a:rPr lang="da-DK"/>
              <a:t>OPGØRELSE {{insert_year}}</a:t>
            </a:r>
            <a:endParaRPr/>
          </a:p>
        </p:txBody>
      </p:sp>
      <p:sp>
        <p:nvSpPr>
          <p:cNvPr id="45" name="Google Shape;45;p1"/>
          <p:cNvSpPr txBox="1"/>
          <p:nvPr>
            <p:ph idx="11" type="ftr"/>
          </p:nvPr>
        </p:nvSpPr>
        <p:spPr>
          <a:xfrm>
            <a:off x="411480" y="6707538"/>
            <a:ext cx="6737040" cy="234336"/>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da-DK"/>
              <a:t>{{company_name}}</a:t>
            </a:r>
            <a:endParaRPr b="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2"/>
          <p:cNvSpPr txBox="1"/>
          <p:nvPr>
            <p:ph type="title"/>
          </p:nvPr>
        </p:nvSpPr>
        <p:spPr>
          <a:xfrm>
            <a:off x="411480" y="834189"/>
            <a:ext cx="6737040" cy="415482"/>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400"/>
              <a:buFont typeface="IBM Plex Sans"/>
              <a:buNone/>
            </a:pPr>
            <a:r>
              <a:rPr lang="da-DK"/>
              <a:t>ESG opgørelse</a:t>
            </a:r>
            <a:r>
              <a:rPr b="0" lang="da-DK">
                <a:solidFill>
                  <a:srgbClr val="1B4528"/>
                </a:solidFill>
              </a:rPr>
              <a:t> </a:t>
            </a:r>
            <a:br>
              <a:rPr b="0" lang="da-DK">
                <a:solidFill>
                  <a:srgbClr val="1B4528"/>
                </a:solidFill>
              </a:rPr>
            </a:br>
            <a:endParaRPr b="0">
              <a:solidFill>
                <a:srgbClr val="1B4528"/>
              </a:solidFill>
            </a:endParaRPr>
          </a:p>
        </p:txBody>
      </p:sp>
      <p:sp>
        <p:nvSpPr>
          <p:cNvPr id="52" name="Google Shape;52;p2"/>
          <p:cNvSpPr txBox="1"/>
          <p:nvPr>
            <p:ph idx="1" type="body"/>
          </p:nvPr>
        </p:nvSpPr>
        <p:spPr>
          <a:xfrm>
            <a:off x="411480" y="877124"/>
            <a:ext cx="6598920" cy="4470221"/>
          </a:xfrm>
          <a:prstGeom prst="rect">
            <a:avLst/>
          </a:prstGeom>
          <a:noFill/>
          <a:ln>
            <a:noFill/>
          </a:ln>
        </p:spPr>
        <p:txBody>
          <a:bodyPr anchorCtr="0" anchor="t" bIns="0" lIns="0" spcFirstLastPara="1" rIns="0" wrap="square" tIns="0">
            <a:noAutofit/>
          </a:bodyPr>
          <a:lstStyle/>
          <a:p>
            <a:pPr indent="0" lvl="0" marL="0" rtl="0" algn="l">
              <a:lnSpc>
                <a:spcPct val="150000"/>
              </a:lnSpc>
              <a:spcBef>
                <a:spcPts val="0"/>
              </a:spcBef>
              <a:spcAft>
                <a:spcPts val="0"/>
              </a:spcAft>
              <a:buClr>
                <a:schemeClr val="dk2"/>
              </a:buClr>
              <a:buSzPts val="975"/>
              <a:buNone/>
            </a:pPr>
            <a:r>
              <a:t/>
            </a:r>
            <a:endParaRPr b="1" sz="975">
              <a:latin typeface="IBM Plex Sans"/>
              <a:ea typeface="IBM Plex Sans"/>
              <a:cs typeface="IBM Plex Sans"/>
              <a:sym typeface="IBM Plex Sans"/>
            </a:endParaRPr>
          </a:p>
          <a:p>
            <a:pPr indent="0" lvl="0" marL="0" rtl="0" algn="l">
              <a:lnSpc>
                <a:spcPct val="150000"/>
              </a:lnSpc>
              <a:spcBef>
                <a:spcPts val="0"/>
              </a:spcBef>
              <a:spcAft>
                <a:spcPts val="0"/>
              </a:spcAft>
              <a:buClr>
                <a:schemeClr val="dk2"/>
              </a:buClr>
              <a:buSzPts val="975"/>
              <a:buNone/>
            </a:pPr>
            <a:r>
              <a:t/>
            </a:r>
            <a:endParaRPr b="1" sz="975">
              <a:latin typeface="IBM Plex Sans"/>
              <a:ea typeface="IBM Plex Sans"/>
              <a:cs typeface="IBM Plex Sans"/>
              <a:sym typeface="IBM Plex Sans"/>
            </a:endParaRPr>
          </a:p>
          <a:p>
            <a:pPr indent="-190492" lvl="0" marL="190492" rtl="0" algn="l">
              <a:lnSpc>
                <a:spcPct val="150000"/>
              </a:lnSpc>
              <a:spcBef>
                <a:spcPts val="0"/>
              </a:spcBef>
              <a:spcAft>
                <a:spcPts val="0"/>
              </a:spcAft>
              <a:buClr>
                <a:schemeClr val="dk2"/>
              </a:buClr>
              <a:buSzPts val="975"/>
              <a:buFont typeface="IBM Plex Sans"/>
              <a:buAutoNum type="arabicPeriod"/>
            </a:pPr>
            <a:r>
              <a:rPr b="1" lang="da-DK" sz="975">
                <a:latin typeface="IBM Plex Sans"/>
                <a:ea typeface="IBM Plex Sans"/>
                <a:cs typeface="IBM Plex Sans"/>
                <a:sym typeface="IBM Plex Sans"/>
              </a:rPr>
              <a:t>Generelle oplysninger				</a:t>
            </a:r>
            <a:endParaRPr sz="975">
              <a:solidFill>
                <a:srgbClr val="1B4528"/>
              </a:solidFill>
              <a:latin typeface="IBM Plex Sans"/>
              <a:ea typeface="IBM Plex Sans"/>
              <a:cs typeface="IBM Plex Sans"/>
              <a:sym typeface="IBM Plex Sans"/>
            </a:endParaRPr>
          </a:p>
          <a:p>
            <a:pPr indent="-190492" lvl="0" marL="190492" rtl="0" algn="l">
              <a:lnSpc>
                <a:spcPct val="150000"/>
              </a:lnSpc>
              <a:spcBef>
                <a:spcPts val="0"/>
              </a:spcBef>
              <a:spcAft>
                <a:spcPts val="0"/>
              </a:spcAft>
              <a:buClr>
                <a:schemeClr val="dk2"/>
              </a:buClr>
              <a:buSzPts val="975"/>
              <a:buFont typeface="IBM Plex Sans"/>
              <a:buAutoNum type="arabicPeriod"/>
            </a:pPr>
            <a:r>
              <a:rPr b="1" lang="da-DK" sz="975">
                <a:solidFill>
                  <a:schemeClr val="dk2"/>
                </a:solidFill>
                <a:latin typeface="IBM Plex Sans"/>
                <a:ea typeface="IBM Plex Sans"/>
                <a:cs typeface="IBM Plex Sans"/>
                <a:sym typeface="IBM Plex Sans"/>
              </a:rPr>
              <a:t>Indsatser, politikker og initiativer for omstilling til en mere bæredygtig økonomi	</a:t>
            </a:r>
            <a:endParaRPr b="1" sz="975">
              <a:latin typeface="IBM Plex Sans"/>
              <a:ea typeface="IBM Plex Sans"/>
              <a:cs typeface="IBM Plex Sans"/>
              <a:sym typeface="IBM Plex Sans"/>
            </a:endParaRPr>
          </a:p>
          <a:p>
            <a:pPr indent="-190492" lvl="0" marL="190492" rtl="0" algn="l">
              <a:lnSpc>
                <a:spcPct val="150000"/>
              </a:lnSpc>
              <a:spcBef>
                <a:spcPts val="0"/>
              </a:spcBef>
              <a:spcAft>
                <a:spcPts val="0"/>
              </a:spcAft>
              <a:buClr>
                <a:schemeClr val="dk2"/>
              </a:buClr>
              <a:buSzPts val="975"/>
              <a:buFont typeface="IBM Plex Sans"/>
              <a:buAutoNum type="arabicPeriod"/>
            </a:pPr>
            <a:r>
              <a:rPr b="1" lang="da-DK" sz="975">
                <a:latin typeface="IBM Plex Sans"/>
                <a:ea typeface="IBM Plex Sans"/>
                <a:cs typeface="IBM Plex Sans"/>
                <a:sym typeface="IBM Plex Sans"/>
              </a:rPr>
              <a:t>Energiforbrug				</a:t>
            </a:r>
            <a:endParaRPr sz="975">
              <a:latin typeface="IBM Plex Sans"/>
              <a:ea typeface="IBM Plex Sans"/>
              <a:cs typeface="IBM Plex Sans"/>
              <a:sym typeface="IBM Plex Sans"/>
            </a:endParaRPr>
          </a:p>
          <a:p>
            <a:pPr indent="-190492" lvl="0" marL="190492" rtl="0" algn="l">
              <a:lnSpc>
                <a:spcPct val="150000"/>
              </a:lnSpc>
              <a:spcBef>
                <a:spcPts val="0"/>
              </a:spcBef>
              <a:spcAft>
                <a:spcPts val="0"/>
              </a:spcAft>
              <a:buClr>
                <a:schemeClr val="dk2"/>
              </a:buClr>
              <a:buSzPts val="975"/>
              <a:buFont typeface="IBM Plex Sans"/>
              <a:buAutoNum type="arabicPeriod"/>
            </a:pPr>
            <a:r>
              <a:rPr b="1" lang="da-DK" sz="975">
                <a:latin typeface="IBM Plex Sans"/>
                <a:ea typeface="IBM Plex Sans"/>
                <a:cs typeface="IBM Plex Sans"/>
                <a:sym typeface="IBM Plex Sans"/>
              </a:rPr>
              <a:t>CO₂e udledning 				</a:t>
            </a:r>
            <a:endParaRPr sz="975">
              <a:latin typeface="IBM Plex Sans"/>
              <a:ea typeface="IBM Plex Sans"/>
              <a:cs typeface="IBM Plex Sans"/>
              <a:sym typeface="IBM Plex Sans"/>
            </a:endParaRPr>
          </a:p>
          <a:p>
            <a:pPr indent="-190492" lvl="0" marL="190492" rtl="0" algn="l">
              <a:lnSpc>
                <a:spcPct val="150000"/>
              </a:lnSpc>
              <a:spcBef>
                <a:spcPts val="0"/>
              </a:spcBef>
              <a:spcAft>
                <a:spcPts val="0"/>
              </a:spcAft>
              <a:buClr>
                <a:schemeClr val="dk2"/>
              </a:buClr>
              <a:buSzPts val="975"/>
              <a:buFont typeface="IBM Plex Sans"/>
              <a:buAutoNum type="arabicPeriod"/>
            </a:pPr>
            <a:r>
              <a:rPr b="1" lang="da-DK" sz="975">
                <a:latin typeface="IBM Plex Sans"/>
                <a:ea typeface="IBM Plex Sans"/>
                <a:cs typeface="IBM Plex Sans"/>
                <a:sym typeface="IBM Plex Sans"/>
              </a:rPr>
              <a:t>Forurening af luft, vand og jord</a:t>
            </a:r>
            <a:r>
              <a:rPr lang="da-DK" sz="975">
                <a:latin typeface="IBM Plex Sans"/>
                <a:ea typeface="IBM Plex Sans"/>
                <a:cs typeface="IBM Plex Sans"/>
                <a:sym typeface="IBM Plex Sans"/>
              </a:rPr>
              <a:t>				</a:t>
            </a:r>
            <a:endParaRPr/>
          </a:p>
          <a:p>
            <a:pPr indent="-190492" lvl="0" marL="190492" rtl="0" algn="l">
              <a:lnSpc>
                <a:spcPct val="150000"/>
              </a:lnSpc>
              <a:spcBef>
                <a:spcPts val="0"/>
              </a:spcBef>
              <a:spcAft>
                <a:spcPts val="0"/>
              </a:spcAft>
              <a:buClr>
                <a:schemeClr val="dk2"/>
              </a:buClr>
              <a:buSzPts val="975"/>
              <a:buFont typeface="IBM Plex Sans"/>
              <a:buAutoNum type="arabicPeriod"/>
            </a:pPr>
            <a:r>
              <a:rPr b="1" lang="da-DK" sz="975">
                <a:latin typeface="IBM Plex Sans"/>
                <a:ea typeface="IBM Plex Sans"/>
                <a:cs typeface="IBM Plex Sans"/>
                <a:sym typeface="IBM Plex Sans"/>
              </a:rPr>
              <a:t>Biodiversitet</a:t>
            </a:r>
            <a:r>
              <a:rPr lang="da-DK" sz="975">
                <a:latin typeface="IBM Plex Sans"/>
                <a:ea typeface="IBM Plex Sans"/>
                <a:cs typeface="IBM Plex Sans"/>
                <a:sym typeface="IBM Plex Sans"/>
              </a:rPr>
              <a:t>				</a:t>
            </a:r>
            <a:endParaRPr/>
          </a:p>
          <a:p>
            <a:pPr indent="-190492" lvl="0" marL="190492" rtl="0" algn="l">
              <a:lnSpc>
                <a:spcPct val="150000"/>
              </a:lnSpc>
              <a:spcBef>
                <a:spcPts val="0"/>
              </a:spcBef>
              <a:spcAft>
                <a:spcPts val="0"/>
              </a:spcAft>
              <a:buClr>
                <a:schemeClr val="dk2"/>
              </a:buClr>
              <a:buSzPts val="975"/>
              <a:buFont typeface="IBM Plex Sans"/>
              <a:buAutoNum type="arabicPeriod"/>
            </a:pPr>
            <a:r>
              <a:rPr b="1" lang="da-DK" sz="975">
                <a:latin typeface="IBM Plex Sans"/>
                <a:ea typeface="IBM Plex Sans"/>
                <a:cs typeface="IBM Plex Sans"/>
                <a:sym typeface="IBM Plex Sans"/>
              </a:rPr>
              <a:t>Vand	</a:t>
            </a:r>
            <a:r>
              <a:rPr lang="da-DK" sz="975">
                <a:latin typeface="IBM Plex Sans"/>
                <a:ea typeface="IBM Plex Sans"/>
                <a:cs typeface="IBM Plex Sans"/>
                <a:sym typeface="IBM Plex Sans"/>
              </a:rPr>
              <a:t> 			</a:t>
            </a:r>
            <a:endParaRPr/>
          </a:p>
          <a:p>
            <a:pPr indent="-190492" lvl="0" marL="190492" rtl="0" algn="l">
              <a:lnSpc>
                <a:spcPct val="150000"/>
              </a:lnSpc>
              <a:spcBef>
                <a:spcPts val="0"/>
              </a:spcBef>
              <a:spcAft>
                <a:spcPts val="0"/>
              </a:spcAft>
              <a:buClr>
                <a:schemeClr val="dk2"/>
              </a:buClr>
              <a:buSzPts val="975"/>
              <a:buFont typeface="IBM Plex Sans"/>
              <a:buAutoNum type="arabicPeriod"/>
            </a:pPr>
            <a:r>
              <a:rPr b="1" lang="da-DK" sz="975">
                <a:latin typeface="IBM Plex Sans"/>
                <a:ea typeface="IBM Plex Sans"/>
                <a:cs typeface="IBM Plex Sans"/>
                <a:sym typeface="IBM Plex Sans"/>
              </a:rPr>
              <a:t>Ressourceforbrug, cirkulærøkonomi og affaldshåndtering</a:t>
            </a:r>
            <a:r>
              <a:rPr lang="da-DK" sz="975">
                <a:latin typeface="IBM Plex Sans"/>
                <a:ea typeface="IBM Plex Sans"/>
                <a:cs typeface="IBM Plex Sans"/>
                <a:sym typeface="IBM Plex Sans"/>
              </a:rPr>
              <a:t>				</a:t>
            </a:r>
            <a:endParaRPr sz="975">
              <a:solidFill>
                <a:srgbClr val="1B4528"/>
              </a:solidFill>
              <a:latin typeface="IBM Plex Sans"/>
              <a:ea typeface="IBM Plex Sans"/>
              <a:cs typeface="IBM Plex Sans"/>
              <a:sym typeface="IBM Plex Sans"/>
            </a:endParaRPr>
          </a:p>
          <a:p>
            <a:pPr indent="-190492" lvl="0" marL="190492" rtl="0" algn="l">
              <a:lnSpc>
                <a:spcPct val="150000"/>
              </a:lnSpc>
              <a:spcBef>
                <a:spcPts val="0"/>
              </a:spcBef>
              <a:spcAft>
                <a:spcPts val="0"/>
              </a:spcAft>
              <a:buClr>
                <a:schemeClr val="dk2"/>
              </a:buClr>
              <a:buSzPts val="975"/>
              <a:buFont typeface="IBM Plex Sans"/>
              <a:buAutoNum type="arabicPeriod"/>
            </a:pPr>
            <a:r>
              <a:rPr b="1" lang="da-DK" sz="975">
                <a:latin typeface="IBM Plex Sans"/>
                <a:ea typeface="IBM Plex Sans"/>
                <a:cs typeface="IBM Plex Sans"/>
                <a:sym typeface="IBM Plex Sans"/>
              </a:rPr>
              <a:t>Egen arbejdsstyrke: Generelle karakteristika</a:t>
            </a:r>
            <a:r>
              <a:rPr lang="da-DK" sz="975">
                <a:latin typeface="IBM Plex Sans"/>
                <a:ea typeface="IBM Plex Sans"/>
                <a:cs typeface="IBM Plex Sans"/>
                <a:sym typeface="IBM Plex Sans"/>
              </a:rPr>
              <a:t>				</a:t>
            </a:r>
            <a:endParaRPr sz="975">
              <a:solidFill>
                <a:srgbClr val="1B4528"/>
              </a:solidFill>
              <a:latin typeface="IBM Plex Sans"/>
              <a:ea typeface="IBM Plex Sans"/>
              <a:cs typeface="IBM Plex Sans"/>
              <a:sym typeface="IBM Plex Sans"/>
            </a:endParaRPr>
          </a:p>
          <a:p>
            <a:pPr indent="-190492" lvl="0" marL="190492" rtl="0" algn="l">
              <a:lnSpc>
                <a:spcPct val="150000"/>
              </a:lnSpc>
              <a:spcBef>
                <a:spcPts val="0"/>
              </a:spcBef>
              <a:spcAft>
                <a:spcPts val="0"/>
              </a:spcAft>
              <a:buClr>
                <a:schemeClr val="dk2"/>
              </a:buClr>
              <a:buSzPts val="975"/>
              <a:buFont typeface="IBM Plex Sans"/>
              <a:buAutoNum type="arabicPeriod"/>
            </a:pPr>
            <a:r>
              <a:rPr b="1" lang="da-DK" sz="975">
                <a:latin typeface="IBM Plex Sans"/>
                <a:ea typeface="IBM Plex Sans"/>
                <a:cs typeface="IBM Plex Sans"/>
                <a:sym typeface="IBM Plex Sans"/>
              </a:rPr>
              <a:t>Egen arbejdsstyrke: Sundhed og sikkerhed</a:t>
            </a:r>
            <a:r>
              <a:rPr lang="da-DK" sz="975">
                <a:latin typeface="IBM Plex Sans"/>
                <a:ea typeface="IBM Plex Sans"/>
                <a:cs typeface="IBM Plex Sans"/>
                <a:sym typeface="IBM Plex Sans"/>
              </a:rPr>
              <a:t>				</a:t>
            </a:r>
            <a:endParaRPr sz="975">
              <a:solidFill>
                <a:srgbClr val="1B4528"/>
              </a:solidFill>
              <a:latin typeface="IBM Plex Sans"/>
              <a:ea typeface="IBM Plex Sans"/>
              <a:cs typeface="IBM Plex Sans"/>
              <a:sym typeface="IBM Plex Sans"/>
            </a:endParaRPr>
          </a:p>
          <a:p>
            <a:pPr indent="-190492" lvl="0" marL="190492" rtl="0" algn="l">
              <a:lnSpc>
                <a:spcPct val="150000"/>
              </a:lnSpc>
              <a:spcBef>
                <a:spcPts val="0"/>
              </a:spcBef>
              <a:spcAft>
                <a:spcPts val="0"/>
              </a:spcAft>
              <a:buClr>
                <a:schemeClr val="dk2"/>
              </a:buClr>
              <a:buSzPts val="975"/>
              <a:buFont typeface="IBM Plex Sans"/>
              <a:buAutoNum type="arabicPeriod"/>
            </a:pPr>
            <a:r>
              <a:rPr b="1" lang="da-DK" sz="975">
                <a:latin typeface="IBM Plex Sans"/>
                <a:ea typeface="IBM Plex Sans"/>
                <a:cs typeface="IBM Plex Sans"/>
                <a:sym typeface="IBM Plex Sans"/>
              </a:rPr>
              <a:t>Egen arbejdsstyrke: Vederlag, overenskomster og uddannelse</a:t>
            </a:r>
            <a:r>
              <a:rPr lang="da-DK" sz="975">
                <a:latin typeface="IBM Plex Sans"/>
                <a:ea typeface="IBM Plex Sans"/>
                <a:cs typeface="IBM Plex Sans"/>
                <a:sym typeface="IBM Plex Sans"/>
              </a:rPr>
              <a:t>		</a:t>
            </a:r>
            <a:endParaRPr sz="975">
              <a:solidFill>
                <a:srgbClr val="1B4528"/>
              </a:solidFill>
              <a:latin typeface="IBM Plex Sans"/>
              <a:ea typeface="IBM Plex Sans"/>
              <a:cs typeface="IBM Plex Sans"/>
              <a:sym typeface="IBM Plex Sans"/>
            </a:endParaRPr>
          </a:p>
          <a:p>
            <a:pPr indent="-190492" lvl="0" marL="190492" rtl="0" algn="l">
              <a:lnSpc>
                <a:spcPct val="150000"/>
              </a:lnSpc>
              <a:spcBef>
                <a:spcPts val="0"/>
              </a:spcBef>
              <a:spcAft>
                <a:spcPts val="0"/>
              </a:spcAft>
              <a:buClr>
                <a:schemeClr val="dk2"/>
              </a:buClr>
              <a:buSzPts val="975"/>
              <a:buFont typeface="IBM Plex Sans"/>
              <a:buAutoNum type="arabicPeriod"/>
            </a:pPr>
            <a:r>
              <a:rPr b="1" lang="da-DK" sz="975">
                <a:latin typeface="IBM Plex Sans"/>
                <a:ea typeface="IBM Plex Sans"/>
                <a:cs typeface="IBM Plex Sans"/>
                <a:sym typeface="IBM Plex Sans"/>
              </a:rPr>
              <a:t>Virksomhedsadfærd</a:t>
            </a:r>
            <a:r>
              <a:rPr lang="da-DK" sz="975">
                <a:latin typeface="IBM Plex Sans"/>
                <a:ea typeface="IBM Plex Sans"/>
                <a:cs typeface="IBM Plex Sans"/>
                <a:sym typeface="IBM Plex Sans"/>
              </a:rPr>
              <a:t>	 			</a:t>
            </a:r>
            <a:endParaRPr sz="975">
              <a:solidFill>
                <a:srgbClr val="1B4528"/>
              </a:solidFill>
              <a:latin typeface="IBM Plex Sans"/>
              <a:ea typeface="IBM Plex Sans"/>
              <a:cs typeface="IBM Plex Sans"/>
              <a:sym typeface="IBM Plex Sans"/>
            </a:endParaRPr>
          </a:p>
          <a:p>
            <a:pPr indent="0" lvl="0" marL="0" rtl="0" algn="l">
              <a:lnSpc>
                <a:spcPct val="129000"/>
              </a:lnSpc>
              <a:spcBef>
                <a:spcPts val="0"/>
              </a:spcBef>
              <a:spcAft>
                <a:spcPts val="0"/>
              </a:spcAft>
              <a:buClr>
                <a:schemeClr val="dk2"/>
              </a:buClr>
              <a:buSzPts val="975"/>
              <a:buNone/>
            </a:pPr>
            <a:r>
              <a:t/>
            </a:r>
            <a:endParaRPr sz="975">
              <a:latin typeface="IBM Plex Sans"/>
              <a:ea typeface="IBM Plex Sans"/>
              <a:cs typeface="IBM Plex Sans"/>
              <a:sym typeface="IBM Plex Sans"/>
            </a:endParaRPr>
          </a:p>
          <a:p>
            <a:pPr indent="0" lvl="0" marL="0" rtl="0" algn="l">
              <a:lnSpc>
                <a:spcPct val="129000"/>
              </a:lnSpc>
              <a:spcBef>
                <a:spcPts val="0"/>
              </a:spcBef>
              <a:spcAft>
                <a:spcPts val="0"/>
              </a:spcAft>
              <a:buClr>
                <a:schemeClr val="dk2"/>
              </a:buClr>
              <a:buSzPts val="975"/>
              <a:buNone/>
            </a:pPr>
            <a:r>
              <a:t/>
            </a:r>
            <a:endParaRPr sz="975">
              <a:latin typeface="IBM Plex Sans"/>
              <a:ea typeface="IBM Plex Sans"/>
              <a:cs typeface="IBM Plex Sans"/>
              <a:sym typeface="IBM Plex Sans"/>
            </a:endParaRPr>
          </a:p>
          <a:p>
            <a:pPr indent="0" lvl="0" marL="0" rtl="0" algn="l">
              <a:lnSpc>
                <a:spcPct val="129000"/>
              </a:lnSpc>
              <a:spcBef>
                <a:spcPts val="0"/>
              </a:spcBef>
              <a:spcAft>
                <a:spcPts val="0"/>
              </a:spcAft>
              <a:buClr>
                <a:schemeClr val="dk2"/>
              </a:buClr>
              <a:buSzPts val="725"/>
              <a:buNone/>
            </a:pPr>
            <a:r>
              <a:t/>
            </a:r>
            <a:endParaRPr>
              <a:latin typeface="IBM Plex Sans"/>
              <a:ea typeface="IBM Plex Sans"/>
              <a:cs typeface="IBM Plex Sans"/>
              <a:sym typeface="IBM Plex Sans"/>
            </a:endParaRPr>
          </a:p>
          <a:p>
            <a:pPr indent="0" lvl="0" marL="0" rtl="0" algn="l">
              <a:lnSpc>
                <a:spcPct val="129000"/>
              </a:lnSpc>
              <a:spcBef>
                <a:spcPts val="0"/>
              </a:spcBef>
              <a:spcAft>
                <a:spcPts val="0"/>
              </a:spcAft>
              <a:buClr>
                <a:schemeClr val="dk2"/>
              </a:buClr>
              <a:buSzPts val="725"/>
              <a:buNone/>
            </a:pPr>
            <a:r>
              <a:t/>
            </a:r>
            <a:endParaRPr>
              <a:latin typeface="IBM Plex Sans"/>
              <a:ea typeface="IBM Plex Sans"/>
              <a:cs typeface="IBM Plex Sans"/>
              <a:sym typeface="IBM Plex Sans"/>
            </a:endParaRPr>
          </a:p>
        </p:txBody>
      </p:sp>
      <p:sp>
        <p:nvSpPr>
          <p:cNvPr id="53" name="Google Shape;53;p2"/>
          <p:cNvSpPr txBox="1"/>
          <p:nvPr>
            <p:ph idx="11" type="ftr"/>
          </p:nvPr>
        </p:nvSpPr>
        <p:spPr>
          <a:xfrm>
            <a:off x="411480" y="365760"/>
            <a:ext cx="6737040"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a:p>
        </p:txBody>
      </p:sp>
      <p:sp>
        <p:nvSpPr>
          <p:cNvPr id="54" name="Google Shape;54;p2"/>
          <p:cNvSpPr txBox="1"/>
          <p:nvPr>
            <p:ph idx="12" type="sldNum"/>
          </p:nvPr>
        </p:nvSpPr>
        <p:spPr>
          <a:xfrm>
            <a:off x="3853152" y="10152285"/>
            <a:ext cx="3295368"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3"/>
          <p:cNvSpPr txBox="1"/>
          <p:nvPr>
            <p:ph type="title"/>
          </p:nvPr>
        </p:nvSpPr>
        <p:spPr>
          <a:xfrm>
            <a:off x="411480" y="805890"/>
            <a:ext cx="6737040" cy="207741"/>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400"/>
              <a:buFont typeface="IBM Plex Sans"/>
              <a:buNone/>
            </a:pPr>
            <a:r>
              <a:rPr lang="da-DK"/>
              <a:t>Grundlag for udarbejdelse (B1) </a:t>
            </a:r>
            <a:endParaRPr/>
          </a:p>
        </p:txBody>
      </p:sp>
      <p:sp>
        <p:nvSpPr>
          <p:cNvPr id="61" name="Google Shape;61;p3"/>
          <p:cNvSpPr txBox="1"/>
          <p:nvPr/>
        </p:nvSpPr>
        <p:spPr>
          <a:xfrm>
            <a:off x="411480" y="3496881"/>
            <a:ext cx="3295368" cy="143157"/>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chemeClr val="dk2"/>
              </a:buClr>
              <a:buSzPts val="725"/>
              <a:buFont typeface="Arial"/>
              <a:buNone/>
            </a:pPr>
            <a:r>
              <a:t/>
            </a:r>
            <a:endParaRPr b="0" i="0" sz="725" u="none" cap="none" strike="noStrike">
              <a:solidFill>
                <a:srgbClr val="1B4528"/>
              </a:solidFill>
              <a:latin typeface="IBM Plex Sans"/>
              <a:ea typeface="IBM Plex Sans"/>
              <a:cs typeface="IBM Plex Sans"/>
              <a:sym typeface="IBM Plex Sans"/>
            </a:endParaRPr>
          </a:p>
        </p:txBody>
      </p:sp>
      <p:graphicFrame>
        <p:nvGraphicFramePr>
          <p:cNvPr id="62" name="Google Shape;62;p3"/>
          <p:cNvGraphicFramePr/>
          <p:nvPr/>
        </p:nvGraphicFramePr>
        <p:xfrm>
          <a:off x="411480" y="5403107"/>
          <a:ext cx="3000000" cy="3000000"/>
        </p:xfrm>
        <a:graphic>
          <a:graphicData uri="http://schemas.openxmlformats.org/drawingml/2006/table">
            <a:tbl>
              <a:tblPr firstRow="1">
                <a:noFill/>
                <a:tableStyleId>{E5686DB3-B821-445C-B3A6-515973651C61}</a:tableStyleId>
              </a:tblPr>
              <a:tblGrid>
                <a:gridCol w="1523875"/>
                <a:gridCol w="1771500"/>
              </a:tblGrid>
              <a:tr h="255800">
                <a:tc gridSpan="2">
                  <a:txBody>
                    <a:bodyPr/>
                    <a:lstStyle/>
                    <a:p>
                      <a:pPr indent="0" lvl="0" marL="0" marR="0" rtl="0" algn="l">
                        <a:spcBef>
                          <a:spcPts val="0"/>
                        </a:spcBef>
                        <a:spcAft>
                          <a:spcPts val="0"/>
                        </a:spcAft>
                        <a:buNone/>
                      </a:pPr>
                      <a:r>
                        <a:rPr b="1" lang="da-DK" sz="975" u="none" cap="none" strike="noStrike">
                          <a:solidFill>
                            <a:schemeClr val="dk2"/>
                          </a:solidFill>
                          <a:latin typeface="IBM Plex Sans"/>
                          <a:ea typeface="IBM Plex Sans"/>
                          <a:cs typeface="IBM Plex Sans"/>
                          <a:sym typeface="IBM Plex Sans"/>
                        </a:rPr>
                        <a:t>Oversigt over datterselskaber, der indgår i denne ESG-opgørelse </a:t>
                      </a:r>
                      <a:r>
                        <a:rPr b="0" lang="da-DK" sz="975" u="none" cap="none" strike="noStrike">
                          <a:solidFill>
                            <a:schemeClr val="dk2"/>
                          </a:solidFill>
                          <a:latin typeface="IBM Plex Sans"/>
                          <a:ea typeface="IBM Plex Sans"/>
                          <a:cs typeface="IBM Plex Sans"/>
                          <a:sym typeface="IBM Plex Sans"/>
                        </a:rPr>
                        <a:t>(pkt. 27d)</a:t>
                      </a:r>
                      <a:endParaRPr b="0" i="1" sz="975" u="none" cap="none" strike="noStrike">
                        <a:solidFill>
                          <a:schemeClr val="dk2"/>
                        </a:solidFill>
                        <a:latin typeface="IBM Plex Sans"/>
                        <a:ea typeface="IBM Plex Sans"/>
                        <a:cs typeface="IBM Plex Sans"/>
                        <a:sym typeface="IBM Plex Sans"/>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147550">
                <a:tc>
                  <a:txBody>
                    <a:bodyPr/>
                    <a:lstStyle/>
                    <a:p>
                      <a:pPr indent="0" lvl="0" marL="0" marR="0" rtl="0" algn="l">
                        <a:spcBef>
                          <a:spcPts val="0"/>
                        </a:spcBef>
                        <a:spcAft>
                          <a:spcPts val="0"/>
                        </a:spcAft>
                        <a:buNone/>
                      </a:pPr>
                      <a:r>
                        <a:rPr b="1" lang="da-DK" sz="975" u="none" cap="none" strike="noStrike">
                          <a:solidFill>
                            <a:schemeClr val="dk2"/>
                          </a:solidFill>
                          <a:latin typeface="IBM Plex Sans"/>
                          <a:ea typeface="IBM Plex Sans"/>
                          <a:cs typeface="IBM Plex Sans"/>
                          <a:sym typeface="IBM Plex Sans"/>
                        </a:rPr>
                        <a:t>Navn på datterselskab </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da-DK" sz="975" u="none" cap="none" strike="noStrike">
                          <a:solidFill>
                            <a:schemeClr val="dk2"/>
                          </a:solidFill>
                          <a:latin typeface="IBM Plex Sans"/>
                          <a:ea typeface="IBM Plex Sans"/>
                          <a:cs typeface="IBM Plex Sans"/>
                          <a:sym typeface="IBM Plex Sans"/>
                        </a:rPr>
                        <a:t>Adresse på datterselskab</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04375">
                <a:tc>
                  <a:txBody>
                    <a:bodyPr/>
                    <a:lstStyle/>
                    <a:p>
                      <a:pPr indent="0" lvl="0" marL="0" marR="0" rtl="0" algn="l">
                        <a:spcBef>
                          <a:spcPts val="0"/>
                        </a:spcBef>
                        <a:spcAft>
                          <a:spcPts val="0"/>
                        </a:spcAft>
                        <a:buClr>
                          <a:srgbClr val="1B4528"/>
                        </a:buClr>
                        <a:buSzPts val="975"/>
                        <a:buFont typeface="Inter"/>
                        <a:buNone/>
                      </a:pPr>
                      <a:r>
                        <a:rPr b="0" i="0" lang="da-DK" sz="975" u="none" cap="none" strike="noStrike">
                          <a:solidFill>
                            <a:srgbClr val="1B4528"/>
                          </a:solidFill>
                          <a:latin typeface="Inter"/>
                          <a:ea typeface="Inter"/>
                          <a:cs typeface="Inter"/>
                          <a:sym typeface="Inter"/>
                        </a:rPr>
                        <a:t>{{subsidiary}}</a:t>
                      </a:r>
                      <a:endParaRPr sz="975" u="none" cap="none" strike="noStrike"/>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975"/>
                        <a:buFont typeface="Inter"/>
                        <a:buNone/>
                      </a:pPr>
                      <a:r>
                        <a:rPr b="0" i="0" lang="da-DK" sz="975" u="none" cap="none" strike="noStrike">
                          <a:solidFill>
                            <a:srgbClr val="1B4528"/>
                          </a:solidFill>
                          <a:latin typeface="Inter"/>
                          <a:ea typeface="Inter"/>
                          <a:cs typeface="Inter"/>
                          <a:sym typeface="Inter"/>
                        </a:rPr>
                        <a:t>{{subsidiary_address}}</a:t>
                      </a:r>
                      <a:endParaRPr sz="975" u="none" cap="none" strike="noStrike"/>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63" name="Google Shape;63;p3"/>
          <p:cNvSpPr txBox="1"/>
          <p:nvPr>
            <p:ph idx="12" type="sldNum"/>
          </p:nvPr>
        </p:nvSpPr>
        <p:spPr>
          <a:xfrm>
            <a:off x="411480" y="10152285"/>
            <a:ext cx="6737040"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64" name="Google Shape;64;p3"/>
          <p:cNvSpPr txBox="1"/>
          <p:nvPr>
            <p:ph idx="11" type="ftr"/>
          </p:nvPr>
        </p:nvSpPr>
        <p:spPr>
          <a:xfrm>
            <a:off x="411480" y="365760"/>
            <a:ext cx="6737040"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graphicFrame>
        <p:nvGraphicFramePr>
          <p:cNvPr id="65" name="Google Shape;65;p3"/>
          <p:cNvGraphicFramePr/>
          <p:nvPr/>
        </p:nvGraphicFramePr>
        <p:xfrm>
          <a:off x="411480" y="4091258"/>
          <a:ext cx="3000000" cy="3000000"/>
        </p:xfrm>
        <a:graphic>
          <a:graphicData uri="http://schemas.openxmlformats.org/drawingml/2006/table">
            <a:tbl>
              <a:tblPr firstRow="1">
                <a:noFill/>
                <a:tableStyleId>{E5686DB3-B821-445C-B3A6-515973651C61}</a:tableStyleId>
              </a:tblPr>
              <a:tblGrid>
                <a:gridCol w="2775625"/>
                <a:gridCol w="519750"/>
              </a:tblGrid>
              <a:tr h="171400">
                <a:tc gridSpan="2">
                  <a:txBody>
                    <a:bodyPr/>
                    <a:lstStyle/>
                    <a:p>
                      <a:pPr indent="0" lvl="0" marL="0" marR="0" rtl="0" algn="l">
                        <a:spcBef>
                          <a:spcPts val="0"/>
                        </a:spcBef>
                        <a:spcAft>
                          <a:spcPts val="0"/>
                        </a:spcAft>
                        <a:buNone/>
                      </a:pPr>
                      <a:r>
                        <a:rPr b="1" lang="da-DK" sz="975" u="none" cap="none" strike="noStrike">
                          <a:solidFill>
                            <a:schemeClr val="dk2"/>
                          </a:solidFill>
                        </a:rPr>
                        <a:t>Individuel eller konsolideret rapportering</a:t>
                      </a:r>
                      <a:r>
                        <a:rPr b="0" lang="da-DK" sz="975" u="none" cap="none" strike="noStrike">
                          <a:solidFill>
                            <a:schemeClr val="dk2"/>
                          </a:solidFill>
                        </a:rPr>
                        <a:t> (pkt. 27c)</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245200">
                <a:tc>
                  <a:txBody>
                    <a:bodyPr/>
                    <a:lstStyle/>
                    <a:p>
                      <a:pPr indent="0" lvl="0" marL="0" marR="0" rtl="0" algn="l">
                        <a:lnSpc>
                          <a:spcPct val="100000"/>
                        </a:lnSpc>
                        <a:spcBef>
                          <a:spcPts val="0"/>
                        </a:spcBef>
                        <a:spcAft>
                          <a:spcPts val="0"/>
                        </a:spcAft>
                        <a:buClr>
                          <a:schemeClr val="dk2"/>
                        </a:buClr>
                        <a:buSzPts val="975"/>
                        <a:buFont typeface="IBM Plex Sans"/>
                        <a:buNone/>
                      </a:pPr>
                      <a:r>
                        <a:rPr b="0" lang="da-DK" sz="975">
                          <a:solidFill>
                            <a:schemeClr val="dk2"/>
                          </a:solidFill>
                          <a:latin typeface="IBM Plex Sans"/>
                          <a:ea typeface="IBM Plex Sans"/>
                          <a:cs typeface="IBM Plex Sans"/>
                          <a:sym typeface="IBM Plex Sans"/>
                        </a:rPr>
                        <a:t>Opgørelsen er udarbejdet på </a:t>
                      </a:r>
                      <a:r>
                        <a:rPr b="1" lang="da-DK" sz="975">
                          <a:solidFill>
                            <a:schemeClr val="dk2"/>
                          </a:solidFill>
                          <a:latin typeface="IBM Plex Sans"/>
                          <a:ea typeface="IBM Plex Sans"/>
                          <a:cs typeface="IBM Plex Sans"/>
                          <a:sym typeface="IBM Plex Sans"/>
                        </a:rPr>
                        <a:t>individuel basis </a:t>
                      </a:r>
                      <a:r>
                        <a:rPr b="0" lang="da-DK" sz="975">
                          <a:solidFill>
                            <a:schemeClr val="dk2"/>
                          </a:solidFill>
                          <a:latin typeface="IBM Plex Sans"/>
                          <a:ea typeface="IBM Plex Sans"/>
                          <a:cs typeface="IBM Plex Sans"/>
                          <a:sym typeface="IBM Plex Sans"/>
                        </a:rPr>
                        <a:t>(dvs. opgørelsen dækker ikke eventuelle datterselskaber)</a:t>
                      </a:r>
                      <a:endParaRPr b="0"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{{yes_subsidiary?}}</a:t>
                      </a:r>
                      <a:endParaRPr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45200">
                <a:tc>
                  <a:txBody>
                    <a:bodyPr/>
                    <a:lstStyle/>
                    <a:p>
                      <a:pPr indent="0" lvl="0" marL="0" marR="0" rtl="0" algn="l">
                        <a:lnSpc>
                          <a:spcPct val="100000"/>
                        </a:lnSpc>
                        <a:spcBef>
                          <a:spcPts val="0"/>
                        </a:spcBef>
                        <a:spcAft>
                          <a:spcPts val="0"/>
                        </a:spcAft>
                        <a:buClr>
                          <a:schemeClr val="dk2"/>
                        </a:buClr>
                        <a:buSzPts val="975"/>
                        <a:buFont typeface="IBM Plex Sans"/>
                        <a:buNone/>
                      </a:pPr>
                      <a:r>
                        <a:rPr b="0" lang="da-DK" sz="975">
                          <a:solidFill>
                            <a:schemeClr val="dk2"/>
                          </a:solidFill>
                          <a:latin typeface="IBM Plex Sans"/>
                          <a:ea typeface="IBM Plex Sans"/>
                          <a:cs typeface="IBM Plex Sans"/>
                          <a:sym typeface="IBM Plex Sans"/>
                        </a:rPr>
                        <a:t>Opgørelsen er udarbejdet på et </a:t>
                      </a:r>
                      <a:r>
                        <a:rPr b="1" lang="da-DK" sz="975">
                          <a:solidFill>
                            <a:schemeClr val="dk2"/>
                          </a:solidFill>
                          <a:latin typeface="IBM Plex Sans"/>
                          <a:ea typeface="IBM Plex Sans"/>
                          <a:cs typeface="IBM Plex Sans"/>
                          <a:sym typeface="IBM Plex Sans"/>
                        </a:rPr>
                        <a:t>konsolideret grundlag </a:t>
                      </a:r>
                      <a:r>
                        <a:rPr b="0" lang="da-DK" sz="975">
                          <a:solidFill>
                            <a:schemeClr val="dk2"/>
                          </a:solidFill>
                          <a:latin typeface="IBM Plex Sans"/>
                          <a:ea typeface="IBM Plex Sans"/>
                          <a:cs typeface="IBM Plex Sans"/>
                          <a:sym typeface="IBM Plex Sans"/>
                        </a:rPr>
                        <a:t>(dvs. opgørelsen omfatter virksomhedens datterselskaber) </a:t>
                      </a:r>
                      <a:endParaRPr b="0"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{{no_subsidiary?}}</a:t>
                      </a:r>
                      <a:endParaRPr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66" name="Google Shape;66;p3"/>
          <p:cNvGraphicFramePr/>
          <p:nvPr/>
        </p:nvGraphicFramePr>
        <p:xfrm>
          <a:off x="411480" y="2459885"/>
          <a:ext cx="3000000" cy="3000000"/>
        </p:xfrm>
        <a:graphic>
          <a:graphicData uri="http://schemas.openxmlformats.org/drawingml/2006/table">
            <a:tbl>
              <a:tblPr firstRow="1">
                <a:noFill/>
                <a:tableStyleId>{E5686DB3-B821-445C-B3A6-515973651C61}</a:tableStyleId>
              </a:tblPr>
              <a:tblGrid>
                <a:gridCol w="2780625"/>
                <a:gridCol w="514750"/>
              </a:tblGrid>
              <a:tr h="340150">
                <a:tc gridSpan="2">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Basismodul, eller Basismodul +</a:t>
                      </a:r>
                      <a:r>
                        <a:rPr b="0" lang="da-DK" sz="975">
                          <a:solidFill>
                            <a:schemeClr val="dk2"/>
                          </a:solidFill>
                          <a:latin typeface="IBM Plex Sans"/>
                          <a:ea typeface="IBM Plex Sans"/>
                          <a:cs typeface="IBM Plex Sans"/>
                          <a:sym typeface="IBM Plex Sans"/>
                        </a:rPr>
                        <a:t> </a:t>
                      </a:r>
                      <a:r>
                        <a:rPr b="1" lang="da-DK" sz="975">
                          <a:solidFill>
                            <a:schemeClr val="dk2"/>
                          </a:solidFill>
                          <a:latin typeface="IBM Plex Sans"/>
                          <a:ea typeface="IBM Plex Sans"/>
                          <a:cs typeface="IBM Plex Sans"/>
                          <a:sym typeface="IBM Plex Sans"/>
                        </a:rPr>
                        <a:t>Udvidet Modul </a:t>
                      </a:r>
                      <a:r>
                        <a:rPr b="0" lang="da-DK" sz="975">
                          <a:solidFill>
                            <a:schemeClr val="dk2"/>
                          </a:solidFill>
                          <a:latin typeface="IBM Plex Sans"/>
                          <a:ea typeface="IBM Plex Sans"/>
                          <a:cs typeface="IBM Plex Sans"/>
                          <a:sym typeface="IBM Plex Sans"/>
                        </a:rPr>
                        <a:t>(pkt. 27a)</a:t>
                      </a:r>
                      <a:r>
                        <a:rPr b="1" lang="da-DK" sz="975">
                          <a:solidFill>
                            <a:schemeClr val="dk2"/>
                          </a:solidFill>
                          <a:latin typeface="IBM Plex Sans"/>
                          <a:ea typeface="IBM Plex Sans"/>
                          <a:cs typeface="IBM Plex Sans"/>
                          <a:sym typeface="IBM Plex Sans"/>
                        </a:rPr>
                        <a:t> </a:t>
                      </a:r>
                      <a:endParaRPr b="0"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498300">
                <a:tc>
                  <a:txBody>
                    <a:bodyPr/>
                    <a:lstStyle/>
                    <a:p>
                      <a:pPr indent="0" lvl="0" marL="0" marR="0" rtl="0" algn="l">
                        <a:lnSpc>
                          <a:spcPct val="100000"/>
                        </a:lnSpc>
                        <a:spcBef>
                          <a:spcPts val="0"/>
                        </a:spcBef>
                        <a:spcAft>
                          <a:spcPts val="0"/>
                        </a:spcAft>
                        <a:buClr>
                          <a:schemeClr val="dk2"/>
                        </a:buClr>
                        <a:buSzPts val="975"/>
                        <a:buFont typeface="IBM Plex Sans"/>
                        <a:buNone/>
                      </a:pPr>
                      <a:r>
                        <a:rPr b="0" lang="da-DK" sz="975">
                          <a:solidFill>
                            <a:schemeClr val="dk2"/>
                          </a:solidFill>
                          <a:latin typeface="IBM Plex Sans"/>
                          <a:ea typeface="IBM Plex Sans"/>
                          <a:cs typeface="IBM Plex Sans"/>
                          <a:sym typeface="IBM Plex Sans"/>
                        </a:rPr>
                        <a:t>Opgørelsen er baseret på </a:t>
                      </a:r>
                      <a:r>
                        <a:rPr b="1" lang="da-DK" sz="975">
                          <a:solidFill>
                            <a:schemeClr val="dk2"/>
                          </a:solidFill>
                          <a:latin typeface="IBM Plex Sans"/>
                          <a:ea typeface="IBM Plex Sans"/>
                          <a:cs typeface="IBM Plex Sans"/>
                          <a:sym typeface="IBM Plex Sans"/>
                        </a:rPr>
                        <a:t>Basismodulet</a:t>
                      </a:r>
                      <a:r>
                        <a:rPr b="0" lang="da-DK" sz="975">
                          <a:solidFill>
                            <a:schemeClr val="dk2"/>
                          </a:solidFill>
                          <a:latin typeface="IBM Plex Sans"/>
                          <a:ea typeface="IBM Plex Sans"/>
                          <a:cs typeface="IBM Plex Sans"/>
                          <a:sym typeface="IBM Plex Sans"/>
                        </a:rPr>
                        <a:t> i den frivillige SMV-standard </a:t>
                      </a:r>
                      <a:endParaRPr b="0"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{{basic_module?}}</a:t>
                      </a:r>
                      <a:endParaRPr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98300">
                <a:tc>
                  <a:txBody>
                    <a:bodyPr/>
                    <a:lstStyle/>
                    <a:p>
                      <a:pPr indent="0" lvl="0" marL="0" marR="0" rtl="0" algn="l">
                        <a:lnSpc>
                          <a:spcPct val="100000"/>
                        </a:lnSpc>
                        <a:spcBef>
                          <a:spcPts val="0"/>
                        </a:spcBef>
                        <a:spcAft>
                          <a:spcPts val="0"/>
                        </a:spcAft>
                        <a:buClr>
                          <a:schemeClr val="dk2"/>
                        </a:buClr>
                        <a:buSzPts val="975"/>
                        <a:buFont typeface="IBM Plex Sans"/>
                        <a:buNone/>
                      </a:pPr>
                      <a:r>
                        <a:rPr b="0" lang="da-DK" sz="975">
                          <a:solidFill>
                            <a:schemeClr val="dk2"/>
                          </a:solidFill>
                          <a:latin typeface="IBM Plex Sans"/>
                          <a:ea typeface="IBM Plex Sans"/>
                          <a:cs typeface="IBM Plex Sans"/>
                          <a:sym typeface="IBM Plex Sans"/>
                        </a:rPr>
                        <a:t>Opgørelsen er baseret på </a:t>
                      </a:r>
                      <a:r>
                        <a:rPr b="1" lang="da-DK" sz="975">
                          <a:solidFill>
                            <a:schemeClr val="dk2"/>
                          </a:solidFill>
                          <a:latin typeface="IBM Plex Sans"/>
                          <a:ea typeface="IBM Plex Sans"/>
                          <a:cs typeface="IBM Plex Sans"/>
                          <a:sym typeface="IBM Plex Sans"/>
                        </a:rPr>
                        <a:t>Basismodulet</a:t>
                      </a:r>
                      <a:r>
                        <a:rPr b="0" lang="da-DK" sz="975">
                          <a:solidFill>
                            <a:schemeClr val="dk2"/>
                          </a:solidFill>
                          <a:latin typeface="IBM Plex Sans"/>
                          <a:ea typeface="IBM Plex Sans"/>
                          <a:cs typeface="IBM Plex Sans"/>
                          <a:sym typeface="IBM Plex Sans"/>
                        </a:rPr>
                        <a:t> og </a:t>
                      </a:r>
                      <a:r>
                        <a:rPr b="1" lang="da-DK" sz="975">
                          <a:solidFill>
                            <a:schemeClr val="dk2"/>
                          </a:solidFill>
                          <a:latin typeface="IBM Plex Sans"/>
                          <a:ea typeface="IBM Plex Sans"/>
                          <a:cs typeface="IBM Plex Sans"/>
                          <a:sym typeface="IBM Plex Sans"/>
                        </a:rPr>
                        <a:t>Udvidet Modul </a:t>
                      </a:r>
                      <a:r>
                        <a:rPr b="0" lang="da-DK" sz="975">
                          <a:solidFill>
                            <a:schemeClr val="dk2"/>
                          </a:solidFill>
                          <a:latin typeface="IBM Plex Sans"/>
                          <a:ea typeface="IBM Plex Sans"/>
                          <a:cs typeface="IBM Plex Sans"/>
                          <a:sym typeface="IBM Plex Sans"/>
                        </a:rPr>
                        <a:t>i den frivillige SMV-standard</a:t>
                      </a:r>
                      <a:endParaRPr b="0"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{{comprehensive?}}</a:t>
                      </a:r>
                      <a:endParaRPr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67" name="Google Shape;67;p3"/>
          <p:cNvSpPr txBox="1"/>
          <p:nvPr/>
        </p:nvSpPr>
        <p:spPr>
          <a:xfrm>
            <a:off x="411480" y="1287528"/>
            <a:ext cx="6737040" cy="8463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975"/>
              <a:buFont typeface="Inter"/>
              <a:buNone/>
            </a:pPr>
            <a:r>
              <a:rPr b="0" i="0" lang="da-DK" sz="975" u="none" cap="none" strike="noStrike">
                <a:solidFill>
                  <a:schemeClr val="dk2"/>
                </a:solidFill>
                <a:latin typeface="Inter"/>
                <a:ea typeface="Inter"/>
                <a:cs typeface="Inter"/>
                <a:sym typeface="Inter"/>
              </a:rPr>
              <a:t>Virksomheden har udarbejdet deres bæredygtighedsrapport gennem VS standarden, som følger en struktureret tilgang for at sikre, at de nødvendige oplysninger rapporteres standardiseret og gennemsigtigt. Rapporten afspejles af de bæredygtighedsmoduler, der er udvalgt og dækket af virksomheden. Derudover er det angivet, om bæredygtighedsrapporten udarbejdes på individuel basis (kun virksomhedens egne data) eller på konsolideret basis. Dette afsnit indeholder grundlæggende oplysninger om virksomheden, f.eks. dens retlige form, NACE-sektorkode(r), balancestørrelse og omsætning, antal ansatte samt oplysninger om virksomhedens primære driftsland og placeringen af andre væsentlige aktiver.</a:t>
            </a:r>
            <a:endParaRPr b="0" i="0" sz="975" u="none" cap="none" strike="noStrike">
              <a:solidFill>
                <a:schemeClr val="dk2"/>
              </a:solidFill>
              <a:latin typeface="IBM Plex Sans"/>
              <a:ea typeface="IBM Plex Sans"/>
              <a:cs typeface="IBM Plex Sans"/>
              <a:sym typeface="IBM Plex Sans"/>
            </a:endParaRPr>
          </a:p>
        </p:txBody>
      </p:sp>
      <p:graphicFrame>
        <p:nvGraphicFramePr>
          <p:cNvPr id="68" name="Google Shape;68;p3"/>
          <p:cNvGraphicFramePr/>
          <p:nvPr/>
        </p:nvGraphicFramePr>
        <p:xfrm>
          <a:off x="3853152" y="4091258"/>
          <a:ext cx="3000000" cy="3000000"/>
        </p:xfrm>
        <a:graphic>
          <a:graphicData uri="http://schemas.openxmlformats.org/drawingml/2006/table">
            <a:tbl>
              <a:tblPr firstRow="1">
                <a:noFill/>
                <a:tableStyleId>{E5686DB3-B821-445C-B3A6-515973651C61}</a:tableStyleId>
              </a:tblPr>
              <a:tblGrid>
                <a:gridCol w="1523875"/>
                <a:gridCol w="1771500"/>
              </a:tblGrid>
              <a:tr h="206600">
                <a:tc gridSpan="2">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Grundlæggende informationer om </a:t>
                      </a:r>
                      <a:r>
                        <a:rPr b="0" lang="da-DK" sz="975">
                          <a:solidFill>
                            <a:schemeClr val="dk2"/>
                          </a:solidFill>
                          <a:latin typeface="IBM Plex Sans"/>
                          <a:ea typeface="IBM Plex Sans"/>
                          <a:cs typeface="IBM Plex Sans"/>
                          <a:sym typeface="IBM Plex Sans"/>
                        </a:rPr>
                        <a:t> (pkt. 27e, i-v)</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585750">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Virksomhedsform</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{{branchekode}}</a:t>
                      </a:r>
                      <a:endParaRPr b="0" sz="975"/>
                    </a:p>
                  </a:txBody>
                  <a:tcPr marT="21175" marB="21175" marR="31750" marL="317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59425">
                <a:tc>
                  <a:txBody>
                    <a:bodyPr/>
                    <a:lstStyle/>
                    <a:p>
                      <a:pPr indent="0" lvl="0" marL="0" marR="0" rtl="0" algn="l">
                        <a:lnSpc>
                          <a:spcPct val="100000"/>
                        </a:lnSpc>
                        <a:spcBef>
                          <a:spcPts val="0"/>
                        </a:spcBef>
                        <a:spcAft>
                          <a:spcPts val="0"/>
                        </a:spcAft>
                        <a:buClr>
                          <a:schemeClr val="dk2"/>
                        </a:buClr>
                        <a:buSzPts val="975"/>
                        <a:buFont typeface="IBM Plex Sans"/>
                        <a:buNone/>
                      </a:pPr>
                      <a:r>
                        <a:rPr b="1" lang="da-DK" sz="975">
                          <a:solidFill>
                            <a:schemeClr val="dk2"/>
                          </a:solidFill>
                          <a:latin typeface="IBM Plex Sans"/>
                          <a:ea typeface="IBM Plex Sans"/>
                          <a:cs typeface="IBM Plex Sans"/>
                          <a:sym typeface="IBM Plex Sans"/>
                        </a:rPr>
                        <a:t>NACE sektor kode(r)</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{{NACE}}</a:t>
                      </a:r>
                      <a:endParaRPr sz="975"/>
                    </a:p>
                  </a:txBody>
                  <a:tcPr marT="21175" marB="21175" marR="31750" marL="317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54825">
                <a:tc>
                  <a:txBody>
                    <a:bodyPr/>
                    <a:lstStyle/>
                    <a:p>
                      <a:pPr indent="0" lvl="0" marL="0" marR="0" rtl="0" algn="l">
                        <a:lnSpc>
                          <a:spcPct val="100000"/>
                        </a:lnSpc>
                        <a:spcBef>
                          <a:spcPts val="0"/>
                        </a:spcBef>
                        <a:spcAft>
                          <a:spcPts val="0"/>
                        </a:spcAft>
                        <a:buClr>
                          <a:schemeClr val="dk2"/>
                        </a:buClr>
                        <a:buSzPts val="975"/>
                        <a:buFont typeface="IBM Plex Sans"/>
                        <a:buNone/>
                      </a:pPr>
                      <a:r>
                        <a:rPr b="1" lang="da-DK" sz="975">
                          <a:solidFill>
                            <a:schemeClr val="dk2"/>
                          </a:solidFill>
                          <a:latin typeface="IBM Plex Sans"/>
                          <a:ea typeface="IBM Plex Sans"/>
                          <a:cs typeface="IBM Plex Sans"/>
                          <a:sym typeface="IBM Plex Sans"/>
                        </a:rPr>
                        <a:t>Balancesum (i Euro eller dk)</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{{balance}}</a:t>
                      </a:r>
                      <a:endParaRPr sz="975"/>
                    </a:p>
                  </a:txBody>
                  <a:tcPr marT="21175" marB="21175" marR="31750" marL="317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54825">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Omsætning (i Euro eller dk)</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{{revenue}}</a:t>
                      </a:r>
                      <a:endParaRPr sz="975"/>
                    </a:p>
                  </a:txBody>
                  <a:tcPr marT="21175" marB="21175" marR="31750" marL="317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06600">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Antal ansatte </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{{total_employees}}</a:t>
                      </a:r>
                      <a:endParaRPr sz="975"/>
                    </a:p>
                  </a:txBody>
                  <a:tcPr marT="21175" marB="21175" marR="31750" marL="317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69" name="Google Shape;69;p3"/>
          <p:cNvGraphicFramePr/>
          <p:nvPr/>
        </p:nvGraphicFramePr>
        <p:xfrm>
          <a:off x="3853152" y="2463605"/>
          <a:ext cx="3000000" cy="3000000"/>
        </p:xfrm>
        <a:graphic>
          <a:graphicData uri="http://schemas.openxmlformats.org/drawingml/2006/table">
            <a:tbl>
              <a:tblPr firstRow="1">
                <a:noFill/>
                <a:tableStyleId>{E5686DB3-B821-445C-B3A6-515973651C61}</a:tableStyleId>
              </a:tblPr>
              <a:tblGrid>
                <a:gridCol w="1523875"/>
                <a:gridCol w="1771500"/>
              </a:tblGrid>
              <a:tr h="409650">
                <a:tc gridSpan="2">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ESG-opgørelsen indeholder udeladelser grundet sensitiv forretningsinformation </a:t>
                      </a:r>
                      <a:r>
                        <a:rPr b="0" lang="da-DK" sz="975">
                          <a:solidFill>
                            <a:schemeClr val="dk2"/>
                          </a:solidFill>
                          <a:latin typeface="IBM Plex Sans"/>
                          <a:ea typeface="IBM Plex Sans"/>
                          <a:cs typeface="IBM Plex Sans"/>
                          <a:sym typeface="IBM Plex Sans"/>
                        </a:rPr>
                        <a:t>(pkt. 27b)</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927100">
                <a:tc>
                  <a:txBody>
                    <a:bodyPr/>
                    <a:lstStyle/>
                    <a:p>
                      <a:pPr indent="0" lvl="0" marL="0" marR="0" rtl="0" algn="l">
                        <a:lnSpc>
                          <a:spcPct val="100000"/>
                        </a:lnSpc>
                        <a:spcBef>
                          <a:spcPts val="0"/>
                        </a:spcBef>
                        <a:spcAft>
                          <a:spcPts val="0"/>
                        </a:spcAft>
                        <a:buClr>
                          <a:schemeClr val="dk1"/>
                        </a:buClr>
                        <a:buSzPts val="725"/>
                        <a:buFont typeface="IBM Plex Sans"/>
                        <a:buNone/>
                      </a:pPr>
                      <a:r>
                        <a:t/>
                      </a:r>
                      <a:endParaRPr b="0" sz="725">
                        <a:solidFill>
                          <a:schemeClr val="dk2"/>
                        </a:solidFill>
                        <a:latin typeface="IBM Plex Sans"/>
                        <a:ea typeface="IBM Plex Sans"/>
                        <a:cs typeface="IBM Plex Sans"/>
                        <a:sym typeface="IBM Plex Sans"/>
                      </a:endParaRPr>
                    </a:p>
                    <a:p>
                      <a:pPr indent="0" lvl="0" marL="0" marR="0" rtl="0" algn="l">
                        <a:lnSpc>
                          <a:spcPct val="100000"/>
                        </a:lnSpc>
                        <a:spcBef>
                          <a:spcPts val="0"/>
                        </a:spcBef>
                        <a:spcAft>
                          <a:spcPts val="0"/>
                        </a:spcAft>
                        <a:buClr>
                          <a:schemeClr val="dk2"/>
                        </a:buClr>
                        <a:buSzPts val="975"/>
                        <a:buFont typeface="IBM Plex Sans"/>
                        <a:buNone/>
                      </a:pPr>
                      <a:r>
                        <a:rPr b="0" lang="da-DK" sz="975">
                          <a:solidFill>
                            <a:schemeClr val="dk2"/>
                          </a:solidFill>
                          <a:latin typeface="IBM Plex Sans"/>
                          <a:ea typeface="IBM Plex Sans"/>
                          <a:cs typeface="IBM Plex Sans"/>
                          <a:sym typeface="IBM Plex Sans"/>
                        </a:rPr>
                        <a:t>Følgende oplysnings-punkter er udeladt</a:t>
                      </a:r>
                      <a:endParaRPr/>
                    </a:p>
                    <a:p>
                      <a:pPr indent="0" lvl="0" marL="0" marR="0" rtl="0" algn="l">
                        <a:spcBef>
                          <a:spcPts val="0"/>
                        </a:spcBef>
                        <a:spcAft>
                          <a:spcPts val="0"/>
                        </a:spcAft>
                        <a:buNone/>
                      </a:pPr>
                      <a:r>
                        <a:t/>
                      </a:r>
                      <a:endParaRPr b="1" sz="725">
                        <a:solidFill>
                          <a:schemeClr val="dk2"/>
                        </a:solidFill>
                        <a:latin typeface="IBM Plex Sans"/>
                        <a:ea typeface="IBM Plex Sans"/>
                        <a:cs typeface="IBM Plex Sans"/>
                        <a:sym typeface="IBM Plex Sans"/>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None/>
                      </a:pPr>
                      <a:r>
                        <a:rPr lang="da-DK" sz="975">
                          <a:solidFill>
                            <a:srgbClr val="1B4528"/>
                          </a:solidFill>
                          <a:latin typeface="IBM Plex Sans"/>
                          <a:ea typeface="IBM Plex Sans"/>
                          <a:cs typeface="IBM Plex Sans"/>
                          <a:sym typeface="IBM Plex Sans"/>
                        </a:rPr>
                        <a:t>{{confidentiality_info}}</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70" name="Google Shape;70;p3"/>
          <p:cNvSpPr/>
          <p:nvPr/>
        </p:nvSpPr>
        <p:spPr>
          <a:xfrm>
            <a:off x="411480" y="6507074"/>
            <a:ext cx="6737040" cy="193826"/>
          </a:xfrm>
          <a:prstGeom prst="rect">
            <a:avLst/>
          </a:prstGeom>
          <a:noFill/>
          <a:ln>
            <a:noFill/>
          </a:ln>
        </p:spPr>
      </p:sp>
      <p:graphicFrame>
        <p:nvGraphicFramePr>
          <p:cNvPr id="71" name="Google Shape;71;p3"/>
          <p:cNvGraphicFramePr/>
          <p:nvPr/>
        </p:nvGraphicFramePr>
        <p:xfrm>
          <a:off x="411480" y="9144051"/>
          <a:ext cx="3000000" cy="3000000"/>
        </p:xfrm>
        <a:graphic>
          <a:graphicData uri="http://schemas.openxmlformats.org/drawingml/2006/table">
            <a:tbl>
              <a:tblPr firstRow="1">
                <a:noFill/>
                <a:tableStyleId>{E5686DB3-B821-445C-B3A6-515973651C61}</a:tableStyleId>
              </a:tblPr>
              <a:tblGrid>
                <a:gridCol w="2316050"/>
                <a:gridCol w="2222875"/>
                <a:gridCol w="1172525"/>
                <a:gridCol w="1025600"/>
              </a:tblGrid>
              <a:tr h="210000">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Navn på ESG-certifikat/miljømærke </a:t>
                      </a:r>
                      <a:r>
                        <a:rPr b="0" lang="da-DK" sz="975">
                          <a:solidFill>
                            <a:schemeClr val="dk2"/>
                          </a:solidFill>
                          <a:latin typeface="IBM Plex Sans"/>
                          <a:ea typeface="IBM Plex Sans"/>
                          <a:cs typeface="IBM Plex Sans"/>
                          <a:sym typeface="IBM Plex Sans"/>
                        </a:rPr>
                        <a:t>(pkt. 28)</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Kort beskrivelse</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Dato for udstedelse/</a:t>
                      </a:r>
                      <a:endParaRPr/>
                    </a:p>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gyldighed</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Evt. rating</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10000">
                <a:tc>
                  <a:txBody>
                    <a:bodyPr/>
                    <a:lstStyle/>
                    <a:p>
                      <a:pPr indent="0" lvl="0" marL="0" marR="0" rtl="0" algn="l">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{{certificate_or_ecolabel}}</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{{description_certificate}}</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{{date_certicate}}</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{{certiciate_possible_rating}}</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72" name="Google Shape;72;p3"/>
          <p:cNvGraphicFramePr/>
          <p:nvPr/>
        </p:nvGraphicFramePr>
        <p:xfrm>
          <a:off x="411480" y="7251210"/>
          <a:ext cx="3000000" cy="3000000"/>
        </p:xfrm>
        <a:graphic>
          <a:graphicData uri="http://schemas.openxmlformats.org/drawingml/2006/table">
            <a:tbl>
              <a:tblPr firstRow="1">
                <a:noFill/>
                <a:tableStyleId>{E5686DB3-B821-445C-B3A6-515973651C61}</a:tableStyleId>
              </a:tblPr>
              <a:tblGrid>
                <a:gridCol w="1227850"/>
                <a:gridCol w="1303850"/>
                <a:gridCol w="996275"/>
                <a:gridCol w="973625"/>
                <a:gridCol w="1079300"/>
                <a:gridCol w="1156125"/>
              </a:tblGrid>
              <a:tr h="270000">
                <a:tc gridSpan="6">
                  <a:txBody>
                    <a:bodyPr/>
                    <a:lstStyle/>
                    <a:p>
                      <a:pPr indent="0" lvl="0" marL="0" marR="0" rtl="0" algn="l">
                        <a:lnSpc>
                          <a:spcPct val="100000"/>
                        </a:lnSpc>
                        <a:spcBef>
                          <a:spcPts val="0"/>
                        </a:spcBef>
                        <a:spcAft>
                          <a:spcPts val="0"/>
                        </a:spcAft>
                        <a:buClr>
                          <a:schemeClr val="dk2"/>
                        </a:buClr>
                        <a:buSzPts val="975"/>
                        <a:buFont typeface="IBM Plex Sans"/>
                        <a:buNone/>
                      </a:pPr>
                      <a:r>
                        <a:rPr b="1" lang="da-DK" sz="975">
                          <a:solidFill>
                            <a:schemeClr val="dk2"/>
                          </a:solidFill>
                          <a:latin typeface="IBM Plex Sans"/>
                          <a:ea typeface="IBM Plex Sans"/>
                          <a:cs typeface="IBM Plex Sans"/>
                          <a:sym typeface="IBM Plex Sans"/>
                        </a:rPr>
                        <a:t>Adresser og geolokation på </a:t>
                      </a:r>
                      <a:r>
                        <a:rPr b="1" lang="da-DK" sz="975" u="none">
                          <a:solidFill>
                            <a:schemeClr val="dk2"/>
                          </a:solidFill>
                          <a:latin typeface="IBM Plex Sans"/>
                          <a:ea typeface="IBM Plex Sans"/>
                          <a:cs typeface="IBM Plex Sans"/>
                          <a:sym typeface="IBM Plex Sans"/>
                        </a:rPr>
                        <a:t>væsentlige</a:t>
                      </a:r>
                      <a:r>
                        <a:rPr b="1" lang="da-DK" sz="975">
                          <a:solidFill>
                            <a:schemeClr val="dk2"/>
                          </a:solidFill>
                          <a:latin typeface="IBM Plex Sans"/>
                          <a:ea typeface="IBM Plex Sans"/>
                          <a:cs typeface="IBM Plex Sans"/>
                          <a:sym typeface="IBM Plex Sans"/>
                        </a:rPr>
                        <a:t> aktiver og anlæg, som virksomheden</a:t>
                      </a:r>
                      <a:r>
                        <a:rPr b="0" lang="da-DK" sz="975">
                          <a:solidFill>
                            <a:schemeClr val="dk2"/>
                          </a:solidFill>
                          <a:latin typeface="IBM Plex Sans"/>
                          <a:ea typeface="IBM Plex Sans"/>
                          <a:cs typeface="IBM Plex Sans"/>
                          <a:sym typeface="IBM Plex Sans"/>
                        </a:rPr>
                        <a:t> </a:t>
                      </a:r>
                      <a:r>
                        <a:rPr b="1" lang="da-DK" sz="975">
                          <a:solidFill>
                            <a:schemeClr val="dk2"/>
                          </a:solidFill>
                          <a:latin typeface="IBM Plex Sans"/>
                          <a:ea typeface="IBM Plex Sans"/>
                          <a:cs typeface="IBM Plex Sans"/>
                          <a:sym typeface="IBM Plex Sans"/>
                        </a:rPr>
                        <a:t>ejer, lejer eller forvalter </a:t>
                      </a:r>
                      <a:r>
                        <a:rPr b="0" lang="da-DK" sz="975">
                          <a:solidFill>
                            <a:schemeClr val="dk2"/>
                          </a:solidFill>
                          <a:latin typeface="IBM Plex Sans"/>
                          <a:ea typeface="IBM Plex Sans"/>
                          <a:cs typeface="IBM Plex Sans"/>
                          <a:sym typeface="IBM Plex Sans"/>
                        </a:rPr>
                        <a:t>(pkt. 27e, vi, vii)</a:t>
                      </a:r>
                      <a:endParaRPr/>
                    </a:p>
                    <a:p>
                      <a:pPr indent="0" lvl="0" marL="0" marR="0" rtl="0" algn="l">
                        <a:lnSpc>
                          <a:spcPct val="100000"/>
                        </a:lnSpc>
                        <a:spcBef>
                          <a:spcPts val="0"/>
                        </a:spcBef>
                        <a:spcAft>
                          <a:spcPts val="0"/>
                        </a:spcAft>
                        <a:buClr>
                          <a:schemeClr val="dk1"/>
                        </a:buClr>
                        <a:buSzPts val="975"/>
                        <a:buFont typeface="IBM Plex Sans"/>
                        <a:buNone/>
                      </a:pPr>
                      <a:r>
                        <a:t/>
                      </a:r>
                      <a:endParaRPr b="1" sz="975">
                        <a:solidFill>
                          <a:schemeClr val="dk2"/>
                        </a:solidFill>
                        <a:latin typeface="IBM Plex Sans"/>
                        <a:ea typeface="IBM Plex Sans"/>
                        <a:cs typeface="IBM Plex Sans"/>
                        <a:sym typeface="IBM Plex Sans"/>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c hMerge="1"/>
                <a:tc hMerge="1"/>
                <a:tc hMerge="1"/>
              </a:tr>
              <a:tr h="270000">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Sted</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Adresse</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Postnummer</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By</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Land</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Geolokation (koordinater)</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70000">
                <a:tc>
                  <a:txBody>
                    <a:bodyPr/>
                    <a:lstStyle/>
                    <a:p>
                      <a:pPr indent="0" lvl="0" marL="0" marR="0" rtl="0" algn="l">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{{geolocation}}</a:t>
                      </a:r>
                      <a:endParaRPr b="0" sz="975"/>
                    </a:p>
                  </a:txBody>
                  <a:tcPr marT="10575" marB="10575" marR="15875" marL="158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{{geolocation_adress}}</a:t>
                      </a:r>
                      <a:endParaRPr b="0" sz="975"/>
                    </a:p>
                  </a:txBody>
                  <a:tcPr marT="10575" marB="10575" marR="15875" marL="158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{{geolocation_postcode}}</a:t>
                      </a:r>
                      <a:endParaRPr b="0" sz="975"/>
                    </a:p>
                  </a:txBody>
                  <a:tcPr marT="10575" marB="10575" marR="15875" marL="158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{{geolocation_city}}</a:t>
                      </a:r>
                      <a:endParaRPr b="0" sz="975"/>
                    </a:p>
                  </a:txBody>
                  <a:tcPr marT="10575" marB="10575" marR="15875" marL="158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{{geolocation_country}}</a:t>
                      </a:r>
                      <a:endParaRPr b="0" sz="975"/>
                    </a:p>
                  </a:txBody>
                  <a:tcPr marT="10575" marB="10575" marR="15875" marL="158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{{geolocation_coordinates}}</a:t>
                      </a:r>
                      <a:endParaRPr b="0" sz="975"/>
                    </a:p>
                  </a:txBody>
                  <a:tcPr marT="10575" marB="10575" marR="15875" marL="158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73" name="Google Shape;73;p3"/>
          <p:cNvSpPr txBox="1"/>
          <p:nvPr/>
        </p:nvSpPr>
        <p:spPr>
          <a:xfrm>
            <a:off x="411480" y="6538989"/>
            <a:ext cx="6737040" cy="5385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da-DK" sz="975" u="none" cap="none" strike="noStrike">
                <a:solidFill>
                  <a:schemeClr val="dk2"/>
                </a:solidFill>
                <a:latin typeface="Inter"/>
                <a:ea typeface="Inter"/>
                <a:cs typeface="Inter"/>
                <a:sym typeface="Inter"/>
              </a:rPr>
              <a:t>Nedenfor er en beskrivelse af virksomhedens geolokationer, samt hvor virksomheden opererer. Disse oplysninger kan anvendes til klimarelaterede risikozoner og giver oplysninger om virksomhedens anlæg, faciliteter og/eller hovedkvarter. Relevante bæredygtighedscertificeringer eller -mærker er også angivet, herunder udsteder af certificeringen, dato og eventuel rating.</a:t>
            </a:r>
            <a:endParaRPr b="0" i="0" sz="975" u="none" cap="none" strike="noStrike">
              <a:solidFill>
                <a:schemeClr val="dk2"/>
              </a:solidFill>
              <a:latin typeface="Inter"/>
              <a:ea typeface="Inter"/>
              <a:cs typeface="Inter"/>
              <a:sym typeface="Inter"/>
            </a:endParaRPr>
          </a:p>
        </p:txBody>
      </p:sp>
      <p:sp>
        <p:nvSpPr>
          <p:cNvPr id="74" name="Google Shape;74;p3"/>
          <p:cNvSpPr txBox="1"/>
          <p:nvPr/>
        </p:nvSpPr>
        <p:spPr>
          <a:xfrm>
            <a:off x="411480" y="8706648"/>
            <a:ext cx="6737040" cy="230823"/>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da-DK" sz="975" u="none" cap="none" strike="noStrike">
                <a:solidFill>
                  <a:srgbClr val="487477"/>
                </a:solidFill>
                <a:latin typeface="Inter"/>
                <a:ea typeface="Inter"/>
                <a:cs typeface="Inter"/>
                <a:sym typeface="Inter"/>
              </a:rPr>
              <a:t>Virksomhedens certifikater og miljømærker er listet nedenfor.</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4"/>
          <p:cNvSpPr txBox="1"/>
          <p:nvPr>
            <p:ph type="title"/>
          </p:nvPr>
        </p:nvSpPr>
        <p:spPr>
          <a:xfrm>
            <a:off x="411480" y="817033"/>
            <a:ext cx="6737040" cy="207741"/>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400"/>
              <a:buFont typeface="IBM Plex Sans"/>
              <a:buNone/>
            </a:pPr>
            <a:r>
              <a:rPr lang="da-DK"/>
              <a:t>Indsatser, politikker og fremtidige initiativer for omstilling til en mere bæredygtig økonomi (B2)</a:t>
            </a:r>
            <a:endParaRPr/>
          </a:p>
        </p:txBody>
      </p:sp>
      <p:sp>
        <p:nvSpPr>
          <p:cNvPr id="81" name="Google Shape;81;p4"/>
          <p:cNvSpPr txBox="1"/>
          <p:nvPr>
            <p:ph idx="11" type="ftr"/>
          </p:nvPr>
        </p:nvSpPr>
        <p:spPr>
          <a:xfrm>
            <a:off x="5000661" y="365760"/>
            <a:ext cx="2147858"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r>
              <a:t/>
            </a:r>
            <a:endParaRPr/>
          </a:p>
        </p:txBody>
      </p:sp>
      <p:graphicFrame>
        <p:nvGraphicFramePr>
          <p:cNvPr id="82" name="Google Shape;82;p4"/>
          <p:cNvGraphicFramePr/>
          <p:nvPr/>
        </p:nvGraphicFramePr>
        <p:xfrm>
          <a:off x="411480" y="2494291"/>
          <a:ext cx="3000000" cy="3000000"/>
        </p:xfrm>
        <a:graphic>
          <a:graphicData uri="http://schemas.openxmlformats.org/drawingml/2006/table">
            <a:tbl>
              <a:tblPr firstRow="1">
                <a:noFill/>
                <a:tableStyleId>{E5686DB3-B821-445C-B3A6-515973651C61}</a:tableStyleId>
              </a:tblPr>
              <a:tblGrid>
                <a:gridCol w="1204350"/>
                <a:gridCol w="1272050"/>
                <a:gridCol w="996200"/>
                <a:gridCol w="1394675"/>
                <a:gridCol w="1869775"/>
              </a:tblGrid>
              <a:tr h="396875">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Område</a:t>
                      </a:r>
                      <a:endParaRPr/>
                    </a:p>
                    <a:p>
                      <a:pPr indent="0" lvl="0" marL="0" marR="0" rtl="0" algn="l">
                        <a:spcBef>
                          <a:spcPts val="0"/>
                        </a:spcBef>
                        <a:spcAft>
                          <a:spcPts val="0"/>
                        </a:spcAft>
                        <a:buNone/>
                      </a:pPr>
                      <a:r>
                        <a:rPr b="0" lang="da-DK" sz="975">
                          <a:solidFill>
                            <a:schemeClr val="dk2"/>
                          </a:solidFill>
                          <a:latin typeface="IBM Plex Sans"/>
                          <a:ea typeface="IBM Plex Sans"/>
                          <a:cs typeface="IBM Plex Sans"/>
                          <a:sym typeface="IBM Plex Sans"/>
                        </a:rPr>
                        <a:t>(pkt. 29a-d)</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Virksomheden har en konkret indsats eller politik på området</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Er politikken offentligt tilgængelig? </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Virksomheden har fremtidige initiativer og planer</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Virksomheden har konkrete målsætninger til at monitorere implementering af indsatser og politikker?</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53750">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Klimaforandringer</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{{climate_change_concrete}}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{{climate_change_publicly}}</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{{climate_change_future}}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{{climate_change_plan}}</a:t>
                      </a:r>
                      <a:endParaRPr sz="1475">
                        <a:latin typeface="Inter"/>
                        <a:ea typeface="Inter"/>
                        <a:cs typeface="Inter"/>
                        <a:sym typeface="Inte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40800">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Forurening</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{{pollution_concrete}}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{{pollution_publicly}}</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{{pollution_future}}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{{pollution_plan}}</a:t>
                      </a:r>
                      <a:endParaRPr sz="1475">
                        <a:latin typeface="Inter"/>
                        <a:ea typeface="Inter"/>
                        <a:cs typeface="Inter"/>
                        <a:sym typeface="Inte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47625">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Vand -og Havressourcer</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{{water_concrete}}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{{water_publicly}}</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{{water_future}}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{{water_plan}}</a:t>
                      </a:r>
                      <a:endParaRPr sz="1475">
                        <a:latin typeface="Inter"/>
                        <a:ea typeface="Inter"/>
                        <a:cs typeface="Inter"/>
                        <a:sym typeface="Inte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47625">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Biodiversitet og Økosystemer</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{{biodiversity_concrete}}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{{biodiversity_publicly}}</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{{biodiversity_future}}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{{biodiversity_plan}}</a:t>
                      </a:r>
                      <a:endParaRPr sz="1475">
                        <a:latin typeface="Inter"/>
                        <a:ea typeface="Inter"/>
                        <a:cs typeface="Inter"/>
                        <a:sym typeface="Inte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47625">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Cirkulær økonomi</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{{circular_concrete}}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{{circular_publicly}}</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{{circular_future}}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{{circular_plan}}</a:t>
                      </a:r>
                      <a:endParaRPr sz="1475">
                        <a:latin typeface="Inter"/>
                        <a:ea typeface="Inter"/>
                        <a:cs typeface="Inter"/>
                        <a:sym typeface="Inte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47625">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Egen arbejdsstyrke</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{{workforce_concrete}}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{{workforce_publicly}}</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{{workforce_future}}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{{workforce_plan}}</a:t>
                      </a:r>
                      <a:endParaRPr sz="1475">
                        <a:latin typeface="Inter"/>
                        <a:ea typeface="Inter"/>
                        <a:cs typeface="Inter"/>
                        <a:sym typeface="Inte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47625">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Arbejdere i værdikæden</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{{workers_concrete}}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{{workers_publicly}}</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{{workers_future}}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{{workers_plan}}</a:t>
                      </a:r>
                      <a:endParaRPr sz="1475">
                        <a:latin typeface="Inter"/>
                        <a:ea typeface="Inter"/>
                        <a:cs typeface="Inter"/>
                        <a:sym typeface="Inte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47625">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Berørte samfund</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{{communities_concrete}}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{{communities_publicly}}</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{{communities_future}}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{{communities_plan}}</a:t>
                      </a:r>
                      <a:endParaRPr sz="1475">
                        <a:latin typeface="Inter"/>
                        <a:ea typeface="Inter"/>
                        <a:cs typeface="Inter"/>
                        <a:sym typeface="Inte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47625">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Forbrugere og slutbrugere</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{{consumers_concrete}}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{{consumers_publicly}}</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{{consumers_future}}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{{consumers_plan}}</a:t>
                      </a:r>
                      <a:endParaRPr sz="1475">
                        <a:latin typeface="Inter"/>
                        <a:ea typeface="Inter"/>
                        <a:cs typeface="Inter"/>
                        <a:sym typeface="Inte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47625">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Virksomhedsledelse</a:t>
                      </a: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{{governance_concrete}}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{{governance_publicly}}</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{{governance_future}}</a:t>
                      </a:r>
                      <a:endParaRPr b="0" sz="975"/>
                    </a:p>
                  </a:txBody>
                  <a:tcPr marT="15875" marB="15875" marR="21175" marL="211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{{governance_plan}}</a:t>
                      </a:r>
                      <a:endParaRPr sz="1475">
                        <a:latin typeface="Inter"/>
                        <a:ea typeface="Inter"/>
                        <a:cs typeface="Inter"/>
                        <a:sym typeface="Inter"/>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83" name="Google Shape;83;p4"/>
          <p:cNvSpPr txBox="1"/>
          <p:nvPr/>
        </p:nvSpPr>
        <p:spPr>
          <a:xfrm>
            <a:off x="411480" y="1513504"/>
            <a:ext cx="6737040" cy="5385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975"/>
              <a:buFont typeface="Inter"/>
              <a:buNone/>
            </a:pPr>
            <a:r>
              <a:rPr b="0" i="0" lang="da-DK" sz="975" u="none" strike="noStrike">
                <a:solidFill>
                  <a:schemeClr val="dk2"/>
                </a:solidFill>
                <a:latin typeface="Inter"/>
                <a:ea typeface="Inter"/>
                <a:cs typeface="Inter"/>
                <a:sym typeface="Inter"/>
              </a:rPr>
              <a:t>Dette afsnit skitserer de praksisser, politikker og fremtidige initiativer, som virksomheden har implementeret for at understøtte en bæredygtig økonomi. Dette omfatter angivelse af, hvilke konkrete tiltag virksomheden har taget for at reducere negative miljøpåvirkninger, forbedre arbejdsforhold og ligebehandling (JA/NEJ).</a:t>
            </a:r>
            <a:br>
              <a:rPr lang="da-DK" sz="975">
                <a:solidFill>
                  <a:schemeClr val="dk2"/>
                </a:solidFill>
                <a:latin typeface="IBM Plex Sans"/>
                <a:ea typeface="IBM Plex Sans"/>
                <a:cs typeface="IBM Plex Sans"/>
                <a:sym typeface="IBM Plex Sans"/>
              </a:rPr>
            </a:br>
            <a:endParaRPr sz="975">
              <a:solidFill>
                <a:schemeClr val="dk2"/>
              </a:solidFill>
              <a:latin typeface="IBM Plex Sans"/>
              <a:ea typeface="IBM Plex Sans"/>
              <a:cs typeface="IBM Plex Sans"/>
              <a:sym typeface="IBM Plex Sans"/>
            </a:endParaRPr>
          </a:p>
        </p:txBody>
      </p:sp>
      <p:sp>
        <p:nvSpPr>
          <p:cNvPr id="84" name="Google Shape;84;p4"/>
          <p:cNvSpPr txBox="1"/>
          <p:nvPr>
            <p:ph idx="12" type="sldNum"/>
          </p:nvPr>
        </p:nvSpPr>
        <p:spPr>
          <a:xfrm>
            <a:off x="411480" y="10152285"/>
            <a:ext cx="6737040"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5"/>
          <p:cNvSpPr txBox="1"/>
          <p:nvPr>
            <p:ph type="title"/>
          </p:nvPr>
        </p:nvSpPr>
        <p:spPr>
          <a:xfrm>
            <a:off x="423976" y="751839"/>
            <a:ext cx="6583504" cy="207741"/>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400"/>
              <a:buFont typeface="IBM Plex Sans"/>
              <a:buNone/>
            </a:pPr>
            <a:r>
              <a:rPr lang="da-DK"/>
              <a:t>Energiforbrug (B3)</a:t>
            </a:r>
            <a:endParaRPr/>
          </a:p>
        </p:txBody>
      </p:sp>
      <p:graphicFrame>
        <p:nvGraphicFramePr>
          <p:cNvPr id="91" name="Google Shape;91;p5"/>
          <p:cNvGraphicFramePr/>
          <p:nvPr/>
        </p:nvGraphicFramePr>
        <p:xfrm>
          <a:off x="411480" y="2059046"/>
          <a:ext cx="3000000" cy="3000000"/>
        </p:xfrm>
        <a:graphic>
          <a:graphicData uri="http://schemas.openxmlformats.org/drawingml/2006/table">
            <a:tbl>
              <a:tblPr firstRow="1">
                <a:noFill/>
                <a:tableStyleId>{E5686DB3-B821-445C-B3A6-515973651C61}</a:tableStyleId>
              </a:tblPr>
              <a:tblGrid>
                <a:gridCol w="1828425"/>
                <a:gridCol w="1697225"/>
                <a:gridCol w="1789850"/>
                <a:gridCol w="1421550"/>
              </a:tblGrid>
              <a:tr h="207725">
                <a:tc gridSpan="4">
                  <a:txBody>
                    <a:bodyPr/>
                    <a:lstStyle/>
                    <a:p>
                      <a:pPr indent="0" lvl="0" marL="0" marR="0" rtl="0" algn="ctr">
                        <a:lnSpc>
                          <a:spcPct val="106000"/>
                        </a:lnSpc>
                        <a:spcBef>
                          <a:spcPts val="0"/>
                        </a:spcBef>
                        <a:spcAft>
                          <a:spcPts val="0"/>
                        </a:spcAft>
                        <a:buClr>
                          <a:schemeClr val="dk2"/>
                        </a:buClr>
                        <a:buSzPts val="975"/>
                        <a:buFont typeface="IBM Plex Sans"/>
                        <a:buNone/>
                      </a:pPr>
                      <a:r>
                        <a:rPr b="1" lang="da-DK" sz="975">
                          <a:solidFill>
                            <a:schemeClr val="dk2"/>
                          </a:solidFill>
                        </a:rPr>
                        <a:t>Energiforbrug i MWh </a:t>
                      </a:r>
                      <a:r>
                        <a:rPr b="0" lang="da-DK" sz="975">
                          <a:solidFill>
                            <a:schemeClr val="dk2"/>
                          </a:solidFill>
                        </a:rPr>
                        <a:t>(pkt. 32)</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c hMerge="1"/>
              </a:tr>
              <a:tr h="330250">
                <a:tc>
                  <a:txBody>
                    <a:bodyPr/>
                    <a:lstStyle/>
                    <a:p>
                      <a:pPr indent="0" lvl="0" marL="0" marR="0" rtl="0" algn="l">
                        <a:lnSpc>
                          <a:spcPct val="106000"/>
                        </a:lnSpc>
                        <a:spcBef>
                          <a:spcPts val="0"/>
                        </a:spcBef>
                        <a:spcAft>
                          <a:spcPts val="0"/>
                        </a:spcAft>
                        <a:buNone/>
                      </a:pPr>
                      <a:r>
                        <a:t/>
                      </a:r>
                      <a:endParaRPr b="1"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lnSpc>
                          <a:spcPct val="106000"/>
                        </a:lnSpc>
                        <a:spcBef>
                          <a:spcPts val="0"/>
                        </a:spcBef>
                        <a:spcAft>
                          <a:spcPts val="0"/>
                        </a:spcAft>
                        <a:buNone/>
                      </a:pPr>
                      <a:r>
                        <a:rPr b="1" lang="da-DK" sz="975">
                          <a:solidFill>
                            <a:schemeClr val="dk2"/>
                          </a:solidFill>
                        </a:rPr>
                        <a:t>Vedvarende energiforbrug</a:t>
                      </a:r>
                      <a:r>
                        <a:rPr b="1" lang="da-DK" sz="975">
                          <a:solidFill>
                            <a:schemeClr val="dk2"/>
                          </a:solidFill>
                        </a:rPr>
                        <a:t> (MWh)</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lnSpc>
                          <a:spcPct val="106000"/>
                        </a:lnSpc>
                        <a:spcBef>
                          <a:spcPts val="0"/>
                        </a:spcBef>
                        <a:spcAft>
                          <a:spcPts val="0"/>
                        </a:spcAft>
                        <a:buNone/>
                      </a:pPr>
                      <a:r>
                        <a:rPr b="1" lang="da-DK" sz="975">
                          <a:solidFill>
                            <a:schemeClr val="dk2"/>
                          </a:solidFill>
                        </a:rPr>
                        <a:t>Ikke-vedvarende energiforbrug</a:t>
                      </a:r>
                      <a:r>
                        <a:rPr b="1" lang="da-DK" sz="975">
                          <a:solidFill>
                            <a:schemeClr val="dk2"/>
                          </a:solidFill>
                        </a:rPr>
                        <a:t> (MWh)</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975"/>
                        <a:buFont typeface="IBM Plex Sans"/>
                        <a:buNone/>
                      </a:pPr>
                      <a:r>
                        <a:rPr b="1" lang="da-DK" sz="975">
                          <a:solidFill>
                            <a:schemeClr val="dk2"/>
                          </a:solidFill>
                        </a:rPr>
                        <a:t>Total energiforbrug (MWh)</a:t>
                      </a:r>
                      <a:endParaRPr/>
                    </a:p>
                    <a:p>
                      <a:pPr indent="0" lvl="0" marL="0" marR="0" rtl="0" algn="r">
                        <a:lnSpc>
                          <a:spcPct val="106000"/>
                        </a:lnSpc>
                        <a:spcBef>
                          <a:spcPts val="0"/>
                        </a:spcBef>
                        <a:spcAft>
                          <a:spcPts val="0"/>
                        </a:spcAft>
                        <a:buClr>
                          <a:srgbClr val="1B4528"/>
                        </a:buClr>
                        <a:buSzPts val="975"/>
                        <a:buFont typeface="IBM Plex Sans"/>
                        <a:buNone/>
                      </a:pPr>
                      <a:r>
                        <a:rPr b="1" lang="da-DK" sz="975">
                          <a:solidFill>
                            <a:srgbClr val="1B4528"/>
                          </a:solidFill>
                        </a:rPr>
                        <a:t>{{insert_year}}</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30250">
                <a:tc>
                  <a:txBody>
                    <a:bodyPr/>
                    <a:lstStyle/>
                    <a:p>
                      <a:pPr indent="0" lvl="0" marL="0" marR="0" rtl="0" algn="l">
                        <a:lnSpc>
                          <a:spcPct val="106000"/>
                        </a:lnSpc>
                        <a:spcBef>
                          <a:spcPts val="0"/>
                        </a:spcBef>
                        <a:spcAft>
                          <a:spcPts val="0"/>
                        </a:spcAft>
                        <a:buNone/>
                      </a:pPr>
                      <a:r>
                        <a:rPr b="1" lang="da-DK" sz="975">
                          <a:solidFill>
                            <a:schemeClr val="dk2"/>
                          </a:solidFill>
                        </a:rPr>
                        <a:t>Elektricitet </a:t>
                      </a:r>
                      <a:r>
                        <a:rPr b="0" lang="da-DK" sz="975">
                          <a:solidFill>
                            <a:schemeClr val="dk2"/>
                          </a:solidFill>
                        </a:rPr>
                        <a:t>(som det fremgår af virksomhedens forbrugsregninger)</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BM Plex Sans"/>
                        <a:buNone/>
                      </a:pPr>
                      <a:r>
                        <a:rPr b="0" i="0" lang="da-DK" sz="975" u="none" strike="noStrike">
                          <a:solidFill>
                            <a:srgbClr val="1B4528"/>
                          </a:solidFill>
                          <a:latin typeface="IBM Plex Sans"/>
                          <a:ea typeface="IBM Plex Sans"/>
                          <a:cs typeface="IBM Plex Sans"/>
                          <a:sym typeface="IBM Plex Sans"/>
                        </a:rPr>
                        <a:t>{{electricity_renewable}}</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975"/>
                        <a:buFont typeface="IBM Plex Sans"/>
                        <a:buNone/>
                      </a:pPr>
                      <a:r>
                        <a:rPr b="0" i="0" lang="da-DK" sz="975" u="none" strike="noStrike">
                          <a:solidFill>
                            <a:srgbClr val="1B4528"/>
                          </a:solidFill>
                          <a:latin typeface="IBM Plex Sans"/>
                          <a:ea typeface="IBM Plex Sans"/>
                          <a:cs typeface="IBM Plex Sans"/>
                          <a:sym typeface="IBM Plex Sans"/>
                        </a:rPr>
                        <a:t>{{electricity_non_rewenable}}</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975"/>
                        <a:buFont typeface="IBM Plex Sans"/>
                        <a:buNone/>
                      </a:pPr>
                      <a:r>
                        <a:rPr b="0" i="0" lang="da-DK" sz="975" u="none" strike="noStrike">
                          <a:solidFill>
                            <a:srgbClr val="1B4528"/>
                          </a:solidFill>
                          <a:latin typeface="IBM Plex Sans"/>
                          <a:ea typeface="IBM Plex Sans"/>
                          <a:cs typeface="IBM Plex Sans"/>
                          <a:sym typeface="IBM Plex Sans"/>
                        </a:rPr>
                        <a:t>{{total_electricity}}</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07725">
                <a:tc>
                  <a:txBody>
                    <a:bodyPr/>
                    <a:lstStyle/>
                    <a:p>
                      <a:pPr indent="0" lvl="0" marL="0" marR="0" rtl="0" algn="l">
                        <a:lnSpc>
                          <a:spcPct val="106000"/>
                        </a:lnSpc>
                        <a:spcBef>
                          <a:spcPts val="0"/>
                        </a:spcBef>
                        <a:spcAft>
                          <a:spcPts val="0"/>
                        </a:spcAft>
                        <a:buNone/>
                      </a:pPr>
                      <a:r>
                        <a:rPr b="1" lang="da-DK" sz="975">
                          <a:solidFill>
                            <a:schemeClr val="dk2"/>
                          </a:solidFill>
                        </a:rPr>
                        <a:t>Brændstoffer</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BM Plex Sans"/>
                        <a:buNone/>
                      </a:pPr>
                      <a:r>
                        <a:rPr b="0" i="0" lang="da-DK" sz="975" u="none" strike="noStrike">
                          <a:solidFill>
                            <a:srgbClr val="1B4528"/>
                          </a:solidFill>
                          <a:latin typeface="IBM Plex Sans"/>
                          <a:ea typeface="IBM Plex Sans"/>
                          <a:cs typeface="IBM Plex Sans"/>
                          <a:sym typeface="IBM Plex Sans"/>
                        </a:rPr>
                        <a:t>{{fuel_renewable}}</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975"/>
                        <a:buFont typeface="IBM Plex Sans"/>
                        <a:buNone/>
                      </a:pPr>
                      <a:r>
                        <a:rPr b="0" i="0" lang="da-DK" sz="975" u="none" strike="noStrike">
                          <a:solidFill>
                            <a:srgbClr val="1B4528"/>
                          </a:solidFill>
                          <a:latin typeface="IBM Plex Sans"/>
                          <a:ea typeface="IBM Plex Sans"/>
                          <a:cs typeface="IBM Plex Sans"/>
                          <a:sym typeface="IBM Plex Sans"/>
                        </a:rPr>
                        <a:t>{{fuel_non_rewenable}}</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975"/>
                        <a:buFont typeface="IBM Plex Sans"/>
                        <a:buNone/>
                      </a:pPr>
                      <a:r>
                        <a:rPr b="0" i="0" lang="da-DK" sz="975" u="none" strike="noStrike">
                          <a:solidFill>
                            <a:srgbClr val="1B4528"/>
                          </a:solidFill>
                          <a:latin typeface="IBM Plex Sans"/>
                          <a:ea typeface="IBM Plex Sans"/>
                          <a:cs typeface="IBM Plex Sans"/>
                          <a:sym typeface="IBM Plex Sans"/>
                        </a:rPr>
                        <a:t>{{total_fuel}}</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07725">
                <a:tc>
                  <a:txBody>
                    <a:bodyPr/>
                    <a:lstStyle/>
                    <a:p>
                      <a:pPr indent="0" lvl="0" marL="0" marR="0" rtl="0" algn="l">
                        <a:lnSpc>
                          <a:spcPct val="106000"/>
                        </a:lnSpc>
                        <a:spcBef>
                          <a:spcPts val="0"/>
                        </a:spcBef>
                        <a:spcAft>
                          <a:spcPts val="0"/>
                        </a:spcAft>
                        <a:buNone/>
                      </a:pPr>
                      <a:r>
                        <a:rPr b="1" lang="da-DK" sz="975">
                          <a:solidFill>
                            <a:schemeClr val="dk2"/>
                          </a:solidFill>
                        </a:rPr>
                        <a:t>Andet (fx fjernvarme)</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BM Plex Sans"/>
                        <a:buNone/>
                      </a:pPr>
                      <a:r>
                        <a:rPr b="0" i="0" lang="da-DK" sz="975" u="none" strike="noStrike">
                          <a:solidFill>
                            <a:srgbClr val="1B4528"/>
                          </a:solidFill>
                          <a:latin typeface="IBM Plex Sans"/>
                          <a:ea typeface="IBM Plex Sans"/>
                          <a:cs typeface="IBM Plex Sans"/>
                          <a:sym typeface="IBM Plex Sans"/>
                        </a:rPr>
                        <a:t>{{district_heating_rewenable}}</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975"/>
                        <a:buFont typeface="IBM Plex Sans"/>
                        <a:buNone/>
                      </a:pPr>
                      <a:r>
                        <a:rPr b="0" i="0" lang="da-DK" sz="975" u="none" strike="noStrike">
                          <a:solidFill>
                            <a:srgbClr val="1B4528"/>
                          </a:solidFill>
                          <a:latin typeface="IBM Plex Sans"/>
                          <a:ea typeface="IBM Plex Sans"/>
                          <a:cs typeface="IBM Plex Sans"/>
                          <a:sym typeface="IBM Plex Sans"/>
                        </a:rPr>
                        <a:t>{{district_heating_non_rewenable}}</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975"/>
                        <a:buFont typeface="IBM Plex Sans"/>
                        <a:buNone/>
                      </a:pPr>
                      <a:r>
                        <a:rPr b="0" i="0" lang="da-DK" sz="975" u="none" strike="noStrike">
                          <a:solidFill>
                            <a:srgbClr val="1B4528"/>
                          </a:solidFill>
                          <a:latin typeface="IBM Plex Sans"/>
                          <a:ea typeface="IBM Plex Sans"/>
                          <a:cs typeface="IBM Plex Sans"/>
                          <a:sym typeface="IBM Plex Sans"/>
                        </a:rPr>
                        <a:t>{{total_district_heating}}</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07725">
                <a:tc>
                  <a:txBody>
                    <a:bodyPr/>
                    <a:lstStyle/>
                    <a:p>
                      <a:pPr indent="0" lvl="0" marL="0" marR="0" rtl="0" algn="l">
                        <a:lnSpc>
                          <a:spcPct val="106000"/>
                        </a:lnSpc>
                        <a:spcBef>
                          <a:spcPts val="0"/>
                        </a:spcBef>
                        <a:spcAft>
                          <a:spcPts val="0"/>
                        </a:spcAft>
                        <a:buNone/>
                      </a:pPr>
                      <a:r>
                        <a:rPr b="1" lang="da-DK" sz="975">
                          <a:solidFill>
                            <a:schemeClr val="dk2"/>
                          </a:solidFill>
                        </a:rPr>
                        <a:t>Total</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BM Plex Sans"/>
                        <a:buNone/>
                      </a:pPr>
                      <a:r>
                        <a:rPr b="0" i="0" lang="da-DK" sz="975" u="none" strike="noStrike">
                          <a:solidFill>
                            <a:srgbClr val="1B4528"/>
                          </a:solidFill>
                          <a:latin typeface="IBM Plex Sans"/>
                          <a:ea typeface="IBM Plex Sans"/>
                          <a:cs typeface="IBM Plex Sans"/>
                          <a:sym typeface="IBM Plex Sans"/>
                        </a:rPr>
                        <a:t>{{renewable_energy_total}}</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975"/>
                        <a:buFont typeface="IBM Plex Sans"/>
                        <a:buNone/>
                      </a:pPr>
                      <a:r>
                        <a:rPr b="0" i="0" lang="da-DK" sz="975" u="none" strike="noStrike">
                          <a:solidFill>
                            <a:srgbClr val="1B4528"/>
                          </a:solidFill>
                          <a:latin typeface="IBM Plex Sans"/>
                          <a:ea typeface="IBM Plex Sans"/>
                          <a:cs typeface="IBM Plex Sans"/>
                          <a:sym typeface="IBM Plex Sans"/>
                        </a:rPr>
                        <a:t>{{non_rewenable_energy_total}}</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975"/>
                        <a:buFont typeface="IBM Plex Sans"/>
                        <a:buNone/>
                      </a:pPr>
                      <a:r>
                        <a:rPr b="0" i="0" lang="da-DK" sz="975" u="none" strike="noStrike">
                          <a:solidFill>
                            <a:srgbClr val="1B4528"/>
                          </a:solidFill>
                          <a:latin typeface="IBM Plex Sans"/>
                          <a:ea typeface="IBM Plex Sans"/>
                          <a:cs typeface="IBM Plex Sans"/>
                          <a:sym typeface="IBM Plex Sans"/>
                        </a:rPr>
                        <a:t>{{total_energy_consumption}}</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92" name="Google Shape;92;p5"/>
          <p:cNvSpPr txBox="1"/>
          <p:nvPr>
            <p:ph idx="12" type="sldNum"/>
          </p:nvPr>
        </p:nvSpPr>
        <p:spPr>
          <a:xfrm>
            <a:off x="5531035" y="10152285"/>
            <a:ext cx="1617485"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93" name="Google Shape;93;p5"/>
          <p:cNvSpPr txBox="1"/>
          <p:nvPr>
            <p:ph idx="11" type="ftr"/>
          </p:nvPr>
        </p:nvSpPr>
        <p:spPr>
          <a:xfrm>
            <a:off x="5000661" y="365760"/>
            <a:ext cx="2147858"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sp>
        <p:nvSpPr>
          <p:cNvPr id="94" name="Google Shape;94;p5"/>
          <p:cNvSpPr txBox="1"/>
          <p:nvPr/>
        </p:nvSpPr>
        <p:spPr>
          <a:xfrm>
            <a:off x="411480" y="1204910"/>
            <a:ext cx="6737040" cy="689402"/>
          </a:xfrm>
          <a:prstGeom prst="rect">
            <a:avLst/>
          </a:prstGeom>
          <a:noFill/>
          <a:ln>
            <a:noFill/>
          </a:ln>
        </p:spPr>
        <p:txBody>
          <a:bodyPr anchorCtr="0" anchor="t" bIns="38075" lIns="76175" spcFirstLastPara="1" rIns="76175" wrap="square" tIns="38075">
            <a:spAutoFit/>
          </a:bodyPr>
          <a:lstStyle/>
          <a:p>
            <a:pPr indent="0" lvl="0" marL="0" marR="0" rtl="0" algn="l">
              <a:spcBef>
                <a:spcPts val="0"/>
              </a:spcBef>
              <a:spcAft>
                <a:spcPts val="0"/>
              </a:spcAft>
              <a:buNone/>
            </a:pPr>
            <a:r>
              <a:rPr b="0" i="0" lang="da-DK" sz="975" u="none" strike="noStrike">
                <a:solidFill>
                  <a:schemeClr val="dk2"/>
                </a:solidFill>
                <a:latin typeface="Inter"/>
                <a:ea typeface="Inter"/>
                <a:cs typeface="Inter"/>
                <a:sym typeface="Inter"/>
              </a:rPr>
              <a:t>Dette afsnit angiver virksomhedens CO2-udledning fra energiforbrug og angiver vedvarende og ikke-vedvarende forbrug. </a:t>
            </a:r>
            <a:r>
              <a:rPr lang="da-DK" sz="975">
                <a:solidFill>
                  <a:schemeClr val="dk2"/>
                </a:solidFill>
                <a:latin typeface="Inter"/>
                <a:ea typeface="Inter"/>
                <a:cs typeface="Inter"/>
                <a:sym typeface="Inter"/>
              </a:rPr>
              <a:t>Udledningerne er oplyst ud fra </a:t>
            </a:r>
            <a:r>
              <a:rPr b="0" i="0" lang="da-DK" sz="975" u="none" strike="noStrike">
                <a:solidFill>
                  <a:schemeClr val="dk2"/>
                </a:solidFill>
                <a:latin typeface="Inter"/>
                <a:ea typeface="Inter"/>
                <a:cs typeface="Inter"/>
                <a:sym typeface="Inter"/>
              </a:rPr>
              <a:t>GHG-protokollens definitioner afhvad direkte og indirekte emissioner omfatter. </a:t>
            </a:r>
            <a:br>
              <a:rPr b="0" i="0" lang="da-DK" sz="975" u="none" strike="noStrike">
                <a:solidFill>
                  <a:schemeClr val="dk1"/>
                </a:solidFill>
                <a:latin typeface="Inter"/>
                <a:ea typeface="Inter"/>
                <a:cs typeface="Inter"/>
                <a:sym typeface="Inter"/>
              </a:rPr>
            </a:br>
            <a:br>
              <a:rPr lang="da-DK" sz="975">
                <a:solidFill>
                  <a:schemeClr val="dk1"/>
                </a:solidFill>
                <a:latin typeface="Inter"/>
                <a:ea typeface="Inter"/>
                <a:cs typeface="Inter"/>
                <a:sym typeface="Inter"/>
              </a:rPr>
            </a:br>
            <a:r>
              <a:rPr b="0" i="0" lang="da-DK" sz="650" u="none" strike="noStrike">
                <a:solidFill>
                  <a:schemeClr val="dk2"/>
                </a:solidFill>
                <a:latin typeface="Inter"/>
                <a:ea typeface="Inter"/>
                <a:cs typeface="Inter"/>
                <a:sym typeface="Inter"/>
              </a:rPr>
              <a:t> </a:t>
            </a:r>
            <a:endParaRPr b="0" i="0" sz="975" u="none" strike="noStrike">
              <a:solidFill>
                <a:schemeClr val="dk2"/>
              </a:solidFill>
              <a:latin typeface="Inter"/>
              <a:ea typeface="Inter"/>
              <a:cs typeface="Inter"/>
              <a:sym typeface="Inter"/>
            </a:endParaRPr>
          </a:p>
          <a:p>
            <a:pPr indent="0" lvl="0" marL="0" marR="0" rtl="0" algn="l">
              <a:spcBef>
                <a:spcPts val="0"/>
              </a:spcBef>
              <a:spcAft>
                <a:spcPts val="0"/>
              </a:spcAft>
              <a:buClr>
                <a:schemeClr val="dk1"/>
              </a:buClr>
              <a:buSzPts val="975"/>
              <a:buFont typeface="IBM Plex Sans"/>
              <a:buNone/>
            </a:pPr>
            <a:r>
              <a:t/>
            </a:r>
            <a:endParaRPr b="0" sz="975">
              <a:solidFill>
                <a:schemeClr val="dk2"/>
              </a:solidFill>
              <a:latin typeface="Inter"/>
              <a:ea typeface="Inter"/>
              <a:cs typeface="Inter"/>
              <a:sym typeface="Inter"/>
            </a:endParaRPr>
          </a:p>
          <a:p>
            <a:pPr indent="0" lvl="0" marL="0" marR="0" rtl="0" algn="l">
              <a:spcBef>
                <a:spcPts val="0"/>
              </a:spcBef>
              <a:spcAft>
                <a:spcPts val="0"/>
              </a:spcAft>
              <a:buClr>
                <a:schemeClr val="dk1"/>
              </a:buClr>
              <a:buSzPts val="1800"/>
              <a:buFont typeface="IBM Plex Sans"/>
              <a:buNone/>
            </a:pPr>
            <a:r>
              <a:t/>
            </a:r>
            <a:endParaRPr b="0" sz="18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325"/>
              <a:buFont typeface="IBM Plex Sans"/>
              <a:buNone/>
            </a:pPr>
            <a:r>
              <a:t/>
            </a:r>
            <a:endParaRPr sz="1325">
              <a:solidFill>
                <a:schemeClr val="dk2"/>
              </a:solidFill>
              <a:latin typeface="Inter"/>
              <a:ea typeface="Inter"/>
              <a:cs typeface="Inter"/>
              <a:sym typeface="Inter"/>
            </a:endParaRPr>
          </a:p>
          <a:p>
            <a:pPr indent="0" lvl="0" marL="0" marR="0" rtl="0" algn="l">
              <a:spcBef>
                <a:spcPts val="0"/>
              </a:spcBef>
              <a:spcAft>
                <a:spcPts val="0"/>
              </a:spcAft>
              <a:buClr>
                <a:schemeClr val="dk1"/>
              </a:buClr>
              <a:buSzPts val="1325"/>
              <a:buFont typeface="IBM Plex Sans"/>
              <a:buNone/>
            </a:pPr>
            <a:r>
              <a:t/>
            </a:r>
            <a:endParaRPr b="0" sz="1325">
              <a:solidFill>
                <a:schemeClr val="dk2"/>
              </a:solidFill>
              <a:latin typeface="Inter"/>
              <a:ea typeface="Inter"/>
              <a:cs typeface="Inter"/>
              <a:sym typeface="Inter"/>
            </a:endParaRPr>
          </a:p>
          <a:p>
            <a:pPr indent="0" lvl="0" marL="0" marR="0" rtl="0" algn="l">
              <a:spcBef>
                <a:spcPts val="0"/>
              </a:spcBef>
              <a:spcAft>
                <a:spcPts val="0"/>
              </a:spcAft>
              <a:buClr>
                <a:schemeClr val="dk1"/>
              </a:buClr>
              <a:buSzPts val="1325"/>
              <a:buFont typeface="IBM Plex Sans"/>
              <a:buNone/>
            </a:pPr>
            <a:r>
              <a:t/>
            </a:r>
            <a:endParaRPr sz="1325">
              <a:solidFill>
                <a:schemeClr val="dk2"/>
              </a:solidFill>
              <a:latin typeface="Inter"/>
              <a:ea typeface="Inter"/>
              <a:cs typeface="Inter"/>
              <a:sym typeface="Inter"/>
            </a:endParaRPr>
          </a:p>
          <a:p>
            <a:pPr indent="0" lvl="0" marL="0" marR="0" rtl="0" algn="l">
              <a:spcBef>
                <a:spcPts val="0"/>
              </a:spcBef>
              <a:spcAft>
                <a:spcPts val="0"/>
              </a:spcAft>
              <a:buClr>
                <a:schemeClr val="dk1"/>
              </a:buClr>
              <a:buSzPts val="1325"/>
              <a:buFont typeface="IBM Plex Sans"/>
              <a:buNone/>
            </a:pPr>
            <a:r>
              <a:t/>
            </a:r>
            <a:endParaRPr b="0" sz="1325">
              <a:solidFill>
                <a:schemeClr val="dk2"/>
              </a:solidFill>
              <a:latin typeface="Inter"/>
              <a:ea typeface="Inter"/>
              <a:cs typeface="Inter"/>
              <a:sym typeface="Inter"/>
            </a:endParaRPr>
          </a:p>
          <a:p>
            <a:pPr indent="0" lvl="0" marL="0" marR="0" rtl="0" algn="l">
              <a:spcBef>
                <a:spcPts val="0"/>
              </a:spcBef>
              <a:spcAft>
                <a:spcPts val="0"/>
              </a:spcAft>
              <a:buNone/>
            </a:pPr>
            <a:r>
              <a:t/>
            </a:r>
            <a:endParaRPr b="1" sz="1325">
              <a:solidFill>
                <a:schemeClr val="dk1"/>
              </a:solidFill>
              <a:latin typeface="IBM Plex Sans"/>
              <a:ea typeface="IBM Plex Sans"/>
              <a:cs typeface="IBM Plex Sans"/>
              <a:sym typeface="IBM Plex Sans"/>
            </a:endParaRPr>
          </a:p>
        </p:txBody>
      </p:sp>
      <p:graphicFrame>
        <p:nvGraphicFramePr>
          <p:cNvPr id="95" name="Google Shape;95;p5"/>
          <p:cNvGraphicFramePr/>
          <p:nvPr/>
        </p:nvGraphicFramePr>
        <p:xfrm>
          <a:off x="411480" y="6553529"/>
          <a:ext cx="3000000" cy="3000000"/>
        </p:xfrm>
        <a:graphic>
          <a:graphicData uri="http://schemas.openxmlformats.org/drawingml/2006/table">
            <a:tbl>
              <a:tblPr firstRow="1">
                <a:noFill/>
                <a:tableStyleId>{E5686DB3-B821-445C-B3A6-515973651C61}</a:tableStyleId>
              </a:tblPr>
              <a:tblGrid>
                <a:gridCol w="5333950"/>
                <a:gridCol w="1403075"/>
              </a:tblGrid>
              <a:tr h="226600">
                <a:tc>
                  <a:txBody>
                    <a:bodyPr/>
                    <a:lstStyle/>
                    <a:p>
                      <a:pPr indent="0" lvl="0" marL="0" marR="0" rtl="0" algn="l">
                        <a:lnSpc>
                          <a:spcPct val="106000"/>
                        </a:lnSpc>
                        <a:spcBef>
                          <a:spcPts val="0"/>
                        </a:spcBef>
                        <a:spcAft>
                          <a:spcPts val="0"/>
                        </a:spcAft>
                        <a:buNone/>
                      </a:pPr>
                      <a:r>
                        <a:rPr b="1" lang="da-DK" sz="975">
                          <a:solidFill>
                            <a:schemeClr val="dk2"/>
                          </a:solidFill>
                        </a:rPr>
                        <a:t>Udledning af drivhusgasser </a:t>
                      </a:r>
                      <a:r>
                        <a:rPr b="0" lang="da-DK" sz="975">
                          <a:solidFill>
                            <a:schemeClr val="dk2"/>
                          </a:solidFill>
                        </a:rPr>
                        <a:t>(pkt. 33)</a:t>
                      </a:r>
                      <a:endParaRPr b="1"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975"/>
                        <a:buFont typeface="IBM Plex Sans"/>
                        <a:buNone/>
                      </a:pPr>
                      <a:r>
                        <a:rPr b="1" lang="da-DK" sz="975">
                          <a:solidFill>
                            <a:schemeClr val="dk2"/>
                          </a:solidFill>
                        </a:rPr>
                        <a:t>År </a:t>
                      </a:r>
                      <a:r>
                        <a:rPr b="1" lang="da-DK" sz="975">
                          <a:solidFill>
                            <a:srgbClr val="1B4528"/>
                          </a:solidFill>
                          <a:latin typeface="Calibri"/>
                          <a:ea typeface="Calibri"/>
                          <a:cs typeface="Calibri"/>
                          <a:sym typeface="Calibri"/>
                        </a:rPr>
                        <a:t>{{insert_year}}</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25650">
                <a:tc>
                  <a:txBody>
                    <a:bodyPr/>
                    <a:lstStyle/>
                    <a:p>
                      <a:pPr indent="0" lvl="0" marL="0" marR="0" rtl="0" algn="l">
                        <a:lnSpc>
                          <a:spcPct val="106000"/>
                        </a:lnSpc>
                        <a:spcBef>
                          <a:spcPts val="0"/>
                        </a:spcBef>
                        <a:spcAft>
                          <a:spcPts val="0"/>
                        </a:spcAft>
                        <a:buNone/>
                      </a:pPr>
                      <a:r>
                        <a:rPr b="1" lang="da-DK" sz="975">
                          <a:solidFill>
                            <a:schemeClr val="dk2"/>
                          </a:solidFill>
                        </a:rPr>
                        <a:t>Scope 1 CO₂e-udledninger</a:t>
                      </a:r>
                      <a:endParaRPr b="0"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{{scope1}}</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25650">
                <a:tc>
                  <a:txBody>
                    <a:bodyPr/>
                    <a:lstStyle/>
                    <a:p>
                      <a:pPr indent="0" lvl="0" marL="0" marR="0" rtl="0" algn="l">
                        <a:lnSpc>
                          <a:spcPct val="106000"/>
                        </a:lnSpc>
                        <a:spcBef>
                          <a:spcPts val="0"/>
                        </a:spcBef>
                        <a:spcAft>
                          <a:spcPts val="0"/>
                        </a:spcAft>
                        <a:buNone/>
                      </a:pPr>
                      <a:r>
                        <a:rPr b="1" lang="da-DK" sz="975">
                          <a:solidFill>
                            <a:schemeClr val="dk2"/>
                          </a:solidFill>
                        </a:rPr>
                        <a:t>Scope 2 CO₂e-udledninger (lokationsbaseret) </a:t>
                      </a:r>
                      <a:endParaRPr b="0"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{{scope2}}</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25650">
                <a:tc>
                  <a:txBody>
                    <a:bodyPr/>
                    <a:lstStyle/>
                    <a:p>
                      <a:pPr indent="0" lvl="0" marL="0" marR="0" rtl="0" algn="l">
                        <a:lnSpc>
                          <a:spcPct val="106000"/>
                        </a:lnSpc>
                        <a:spcBef>
                          <a:spcPts val="0"/>
                        </a:spcBef>
                        <a:spcAft>
                          <a:spcPts val="0"/>
                        </a:spcAft>
                        <a:buNone/>
                      </a:pPr>
                      <a:r>
                        <a:rPr b="1" lang="da-DK" sz="975">
                          <a:solidFill>
                            <a:schemeClr val="dk2"/>
                          </a:solidFill>
                        </a:rPr>
                        <a:t>Total CO₂e-udledning fra scope 1 og scope 2 </a:t>
                      </a:r>
                      <a:endParaRPr b="0"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{{total_scope}}</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96" name="Google Shape;96;p5"/>
          <p:cNvSpPr txBox="1"/>
          <p:nvPr/>
        </p:nvSpPr>
        <p:spPr>
          <a:xfrm>
            <a:off x="411480" y="4333689"/>
            <a:ext cx="6737040" cy="2194560"/>
          </a:xfrm>
          <a:prstGeom prst="rect">
            <a:avLst/>
          </a:prstGeom>
          <a:noFill/>
          <a:ln>
            <a:noFill/>
          </a:ln>
        </p:spPr>
        <p:txBody>
          <a:bodyPr anchorCtr="0" anchor="t" bIns="38075" lIns="76175" spcFirstLastPara="1" rIns="76175" wrap="square" tIns="38075">
            <a:spAutoFit/>
          </a:bodyPr>
          <a:lstStyle/>
          <a:p>
            <a:pPr indent="0" lvl="0" marL="0" marR="0" rtl="0" algn="l">
              <a:spcBef>
                <a:spcPts val="0"/>
              </a:spcBef>
              <a:spcAft>
                <a:spcPts val="0"/>
              </a:spcAft>
              <a:buNone/>
            </a:pPr>
            <a:br>
              <a:rPr b="1" lang="da-DK" sz="1800">
                <a:solidFill>
                  <a:schemeClr val="dk1"/>
                </a:solidFill>
                <a:latin typeface="IBM Plex Sans"/>
                <a:ea typeface="IBM Plex Sans"/>
                <a:cs typeface="IBM Plex Sans"/>
                <a:sym typeface="IBM Plex Sans"/>
              </a:rPr>
            </a:br>
            <a:r>
              <a:rPr b="1" i="0" lang="da-DK" sz="1800" u="none" strike="noStrike">
                <a:solidFill>
                  <a:schemeClr val="dk2"/>
                </a:solidFill>
                <a:latin typeface="IBM Plex Sans"/>
                <a:ea typeface="IBM Plex Sans"/>
                <a:cs typeface="IBM Plex Sans"/>
                <a:sym typeface="IBM Plex Sans"/>
              </a:rPr>
              <a:t>CO₂e-udledning (B3)</a:t>
            </a:r>
            <a:endParaRPr sz="1800">
              <a:solidFill>
                <a:schemeClr val="dk2"/>
              </a:solidFill>
              <a:latin typeface="IBM Plex Sans"/>
              <a:ea typeface="IBM Plex Sans"/>
              <a:cs typeface="IBM Plex Sans"/>
              <a:sym typeface="IBM Plex Sans"/>
            </a:endParaRPr>
          </a:p>
          <a:p>
            <a:pPr indent="0" lvl="0" marL="0" marR="0" rtl="0" algn="l">
              <a:spcBef>
                <a:spcPts val="0"/>
              </a:spcBef>
              <a:spcAft>
                <a:spcPts val="0"/>
              </a:spcAft>
              <a:buNone/>
            </a:pPr>
            <a:r>
              <a:rPr lang="da-DK" sz="650">
                <a:solidFill>
                  <a:schemeClr val="dk1"/>
                </a:solidFill>
                <a:latin typeface="Inter"/>
                <a:ea typeface="Inter"/>
                <a:cs typeface="Inter"/>
                <a:sym typeface="Inter"/>
              </a:rPr>
              <a:t> </a:t>
            </a:r>
            <a:br>
              <a:rPr lang="da-DK" sz="975">
                <a:solidFill>
                  <a:schemeClr val="dk2"/>
                </a:solidFill>
                <a:latin typeface="Inter"/>
                <a:ea typeface="Inter"/>
                <a:cs typeface="Inter"/>
                <a:sym typeface="Inter"/>
              </a:rPr>
            </a:br>
            <a:r>
              <a:rPr b="0" i="0" lang="da-DK" sz="975" u="none" strike="noStrike">
                <a:solidFill>
                  <a:schemeClr val="dk2"/>
                </a:solidFill>
                <a:latin typeface="Inter"/>
                <a:ea typeface="Inter"/>
                <a:cs typeface="Inter"/>
                <a:sym typeface="Inter"/>
              </a:rPr>
              <a:t>Pkt. 33 indeholder oplysninger om virksomhedens drivhusgasemissioner baseret på Scope 1- og Scope 2-emissioner. Scope 1 angiver de direkte drivhusgasemissioner og inkluderer emissioner fra kilder, som virksomheden ejer eller kontrollerer direkte. Dette omfatter for eksempel afbrænding af brændstof i firmakøretøjer eller opvarmning af bygninger med naturgas samt emissioner fra industrielle processer og lækager i systemer som f.eks. køling.</a:t>
            </a:r>
            <a:r>
              <a:rPr lang="da-DK" sz="975">
                <a:solidFill>
                  <a:schemeClr val="dk2"/>
                </a:solidFill>
                <a:latin typeface="Inter"/>
                <a:ea typeface="Inter"/>
                <a:cs typeface="Inter"/>
                <a:sym typeface="Inter"/>
              </a:rPr>
              <a:t> </a:t>
            </a:r>
            <a:r>
              <a:rPr b="0" i="0" lang="da-DK" sz="975" u="none" strike="noStrike">
                <a:solidFill>
                  <a:schemeClr val="dk2"/>
                </a:solidFill>
                <a:latin typeface="Inter"/>
                <a:ea typeface="Inter"/>
                <a:cs typeface="Inter"/>
                <a:sym typeface="Inter"/>
              </a:rPr>
              <a:t>Scope 2</a:t>
            </a:r>
            <a:r>
              <a:rPr lang="da-DK" sz="975">
                <a:solidFill>
                  <a:schemeClr val="dk2"/>
                </a:solidFill>
                <a:latin typeface="Inter"/>
                <a:ea typeface="Inter"/>
                <a:cs typeface="Inter"/>
                <a:sym typeface="Inter"/>
              </a:rPr>
              <a:t> angiver i</a:t>
            </a:r>
            <a:r>
              <a:rPr b="0" i="0" lang="da-DK" sz="975" u="none" strike="noStrike">
                <a:solidFill>
                  <a:schemeClr val="dk2"/>
                </a:solidFill>
                <a:latin typeface="Inter"/>
                <a:ea typeface="Inter"/>
                <a:cs typeface="Inter"/>
                <a:sym typeface="Inter"/>
              </a:rPr>
              <a:t>ndirekte emissioner fra køb af elektricitet, som refererer til emissioner fra produktion af den el, damp, varme eller køling, som virksomheden køber og bruger. Selvom disse emissioner stammer fra energiproducenterne, tilskrives de virksomheden, fordi den forbruger energien.</a:t>
            </a:r>
            <a:endParaRPr b="0" sz="975">
              <a:solidFill>
                <a:schemeClr val="dk2"/>
              </a:solidFill>
              <a:latin typeface="Inter"/>
              <a:ea typeface="Inter"/>
              <a:cs typeface="Inter"/>
              <a:sym typeface="Inte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6"/>
          <p:cNvSpPr txBox="1"/>
          <p:nvPr>
            <p:ph type="title"/>
          </p:nvPr>
        </p:nvSpPr>
        <p:spPr>
          <a:xfrm>
            <a:off x="423976" y="751839"/>
            <a:ext cx="6583504" cy="207741"/>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400"/>
              <a:buFont typeface="IBM Plex Sans"/>
              <a:buNone/>
            </a:pPr>
            <a:r>
              <a:rPr lang="da-DK"/>
              <a:t>Forurening af luft, vand og jord (B4)</a:t>
            </a:r>
            <a:endParaRPr/>
          </a:p>
        </p:txBody>
      </p:sp>
      <p:graphicFrame>
        <p:nvGraphicFramePr>
          <p:cNvPr id="103" name="Google Shape;103;p6"/>
          <p:cNvGraphicFramePr/>
          <p:nvPr/>
        </p:nvGraphicFramePr>
        <p:xfrm>
          <a:off x="411480" y="1625932"/>
          <a:ext cx="3000000" cy="3000000"/>
        </p:xfrm>
        <a:graphic>
          <a:graphicData uri="http://schemas.openxmlformats.org/drawingml/2006/table">
            <a:tbl>
              <a:tblPr firstRow="1">
                <a:noFill/>
                <a:tableStyleId>{E5686DB3-B821-445C-B3A6-515973651C61}</a:tableStyleId>
              </a:tblPr>
              <a:tblGrid>
                <a:gridCol w="2134350"/>
                <a:gridCol w="2057900"/>
                <a:gridCol w="2544775"/>
              </a:tblGrid>
              <a:tr h="232850">
                <a:tc gridSpan="3">
                  <a:txBody>
                    <a:bodyPr/>
                    <a:lstStyle/>
                    <a:p>
                      <a:pPr indent="0" lvl="0" marL="0" marR="0" rtl="0" algn="l">
                        <a:lnSpc>
                          <a:spcPct val="106000"/>
                        </a:lnSpc>
                        <a:spcBef>
                          <a:spcPts val="0"/>
                        </a:spcBef>
                        <a:spcAft>
                          <a:spcPts val="0"/>
                        </a:spcAft>
                        <a:buNone/>
                      </a:pPr>
                      <a:r>
                        <a:rPr b="1" lang="da-DK" sz="824">
                          <a:solidFill>
                            <a:schemeClr val="dk2"/>
                          </a:solidFill>
                        </a:rPr>
                        <a:t>Forurening af luft, vand og jord </a:t>
                      </a:r>
                      <a:r>
                        <a:rPr b="0" lang="da-DK" sz="824">
                          <a:solidFill>
                            <a:schemeClr val="dk2"/>
                          </a:solidFill>
                        </a:rPr>
                        <a:t>(pkt. 34) </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232850">
                <a:tc>
                  <a:txBody>
                    <a:bodyPr/>
                    <a:lstStyle/>
                    <a:p>
                      <a:pPr indent="0" lvl="0" marL="0" marR="0" rtl="0" algn="l">
                        <a:lnSpc>
                          <a:spcPct val="106000"/>
                        </a:lnSpc>
                        <a:spcBef>
                          <a:spcPts val="0"/>
                        </a:spcBef>
                        <a:spcAft>
                          <a:spcPts val="0"/>
                        </a:spcAft>
                        <a:buClr>
                          <a:schemeClr val="dk2"/>
                        </a:buClr>
                        <a:buSzPts val="824"/>
                        <a:buFont typeface="IBM Plex Sans"/>
                        <a:buNone/>
                      </a:pPr>
                      <a:r>
                        <a:rPr b="1" lang="da-DK" sz="824">
                          <a:solidFill>
                            <a:schemeClr val="dk2"/>
                          </a:solidFill>
                        </a:rPr>
                        <a:t>Type af forurening </a:t>
                      </a:r>
                      <a:r>
                        <a:rPr b="0" lang="da-DK" sz="824">
                          <a:solidFill>
                            <a:schemeClr val="dk2"/>
                          </a:solidFill>
                        </a:rPr>
                        <a:t>(fx stof)</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None/>
                      </a:pPr>
                      <a:r>
                        <a:rPr b="1" lang="da-DK" sz="824">
                          <a:solidFill>
                            <a:schemeClr val="dk2"/>
                          </a:solidFill>
                        </a:rPr>
                        <a:t>Hvor? </a:t>
                      </a:r>
                      <a:r>
                        <a:rPr b="0" lang="da-DK" sz="824">
                          <a:solidFill>
                            <a:schemeClr val="dk2"/>
                          </a:solidFill>
                        </a:rPr>
                        <a:t>(luft, vand, jord)</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None/>
                      </a:pPr>
                      <a:r>
                        <a:rPr b="1" lang="da-DK" sz="824">
                          <a:solidFill>
                            <a:schemeClr val="dk2"/>
                          </a:solidFill>
                        </a:rPr>
                        <a:t>Omfang</a:t>
                      </a:r>
                      <a:endParaRPr b="0" sz="824">
                        <a:solidFill>
                          <a:srgbClr val="1B4528"/>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00925">
                <a:tc>
                  <a:txBody>
                    <a:bodyPr/>
                    <a:lstStyle/>
                    <a:p>
                      <a:pPr indent="0" lvl="0" marL="0" marR="0" rtl="0" algn="l">
                        <a:spcBef>
                          <a:spcPts val="0"/>
                        </a:spcBef>
                        <a:spcAft>
                          <a:spcPts val="0"/>
                        </a:spcAft>
                        <a:buClr>
                          <a:srgbClr val="1B4528"/>
                        </a:buClr>
                        <a:buSzPts val="824"/>
                        <a:buFont typeface="Inter"/>
                        <a:buNone/>
                      </a:pPr>
                      <a:r>
                        <a:rPr b="0" i="0" lang="da-DK" sz="824" u="none" strike="noStrike">
                          <a:solidFill>
                            <a:srgbClr val="1B4528"/>
                          </a:solidFill>
                          <a:latin typeface="Inter"/>
                          <a:ea typeface="Inter"/>
                          <a:cs typeface="Inter"/>
                          <a:sym typeface="Inter"/>
                        </a:rPr>
                        <a:t>{{type_of_pollution}}</a:t>
                      </a:r>
                      <a:endParaRPr sz="824"/>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824"/>
                        <a:buFont typeface="Inter"/>
                        <a:buNone/>
                      </a:pPr>
                      <a:r>
                        <a:rPr b="0" i="0" lang="da-DK" sz="824" u="none" strike="noStrike">
                          <a:solidFill>
                            <a:srgbClr val="1B4528"/>
                          </a:solidFill>
                          <a:latin typeface="Inter"/>
                          <a:ea typeface="Inter"/>
                          <a:cs typeface="Inter"/>
                          <a:sym typeface="Inter"/>
                        </a:rPr>
                        <a:t>{{scope_pollution}}</a:t>
                      </a:r>
                      <a:endParaRPr b="0" sz="824"/>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824"/>
                        <a:buFont typeface="Inter"/>
                        <a:buNone/>
                      </a:pPr>
                      <a:r>
                        <a:rPr b="0" i="0" lang="da-DK" sz="824" u="none" strike="noStrike">
                          <a:solidFill>
                            <a:srgbClr val="1B4528"/>
                          </a:solidFill>
                          <a:latin typeface="Inter"/>
                          <a:ea typeface="Inter"/>
                          <a:cs typeface="Inter"/>
                          <a:sym typeface="Inter"/>
                        </a:rPr>
                        <a:t>{{pollution_medium}}</a:t>
                      </a:r>
                      <a:endParaRPr b="0" sz="824"/>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04" name="Google Shape;104;p6"/>
          <p:cNvSpPr txBox="1"/>
          <p:nvPr>
            <p:ph idx="11" type="ftr"/>
          </p:nvPr>
        </p:nvSpPr>
        <p:spPr>
          <a:xfrm>
            <a:off x="5000661" y="365760"/>
            <a:ext cx="2147858"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sp>
        <p:nvSpPr>
          <p:cNvPr id="105" name="Google Shape;105;p6"/>
          <p:cNvSpPr txBox="1"/>
          <p:nvPr/>
        </p:nvSpPr>
        <p:spPr>
          <a:xfrm>
            <a:off x="411480" y="1192938"/>
            <a:ext cx="6737040" cy="384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824"/>
              <a:buFont typeface="Inter"/>
              <a:buNone/>
            </a:pPr>
            <a:r>
              <a:rPr b="0" i="0" lang="da-DK" sz="824" u="none" strike="noStrike">
                <a:solidFill>
                  <a:schemeClr val="dk2"/>
                </a:solidFill>
                <a:latin typeface="Inter"/>
                <a:ea typeface="Inter"/>
                <a:cs typeface="Inter"/>
                <a:sym typeface="Inter"/>
              </a:rPr>
              <a:t>Virksomheden rapporterer den samlede mængde af forurenende stoffer, der udledes fra deres anlæg. Rapportering om specifikke forurenende stoffer og deres mængder, der udledes til luft, vand og jord</a:t>
            </a:r>
            <a:r>
              <a:rPr lang="da-DK" sz="824">
                <a:solidFill>
                  <a:schemeClr val="dk2"/>
                </a:solidFill>
                <a:latin typeface="Inter"/>
                <a:ea typeface="Inter"/>
                <a:cs typeface="Inter"/>
                <a:sym typeface="Inter"/>
              </a:rPr>
              <a:t> er anført nedenfor.</a:t>
            </a:r>
            <a:endParaRPr/>
          </a:p>
        </p:txBody>
      </p:sp>
      <p:sp>
        <p:nvSpPr>
          <p:cNvPr id="106" name="Google Shape;106;p6"/>
          <p:cNvSpPr txBox="1"/>
          <p:nvPr/>
        </p:nvSpPr>
        <p:spPr>
          <a:xfrm>
            <a:off x="411480" y="2673447"/>
            <a:ext cx="6737040" cy="207741"/>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247"/>
              <a:buFont typeface="IBM Plex Sans"/>
              <a:buNone/>
            </a:pPr>
            <a:r>
              <a:rPr b="1" lang="da-DK" sz="1247">
                <a:solidFill>
                  <a:schemeClr val="dk2"/>
                </a:solidFill>
                <a:latin typeface="IBM Plex Sans"/>
                <a:ea typeface="IBM Plex Sans"/>
                <a:cs typeface="IBM Plex Sans"/>
                <a:sym typeface="IBM Plex Sans"/>
              </a:rPr>
              <a:t>Biodiversitet (B5) </a:t>
            </a:r>
            <a:endParaRPr/>
          </a:p>
        </p:txBody>
      </p:sp>
      <p:graphicFrame>
        <p:nvGraphicFramePr>
          <p:cNvPr id="107" name="Google Shape;107;p6"/>
          <p:cNvGraphicFramePr/>
          <p:nvPr/>
        </p:nvGraphicFramePr>
        <p:xfrm>
          <a:off x="411480" y="3665551"/>
          <a:ext cx="3000000" cy="3000000"/>
        </p:xfrm>
        <a:graphic>
          <a:graphicData uri="http://schemas.openxmlformats.org/drawingml/2006/table">
            <a:tbl>
              <a:tblPr firstRow="1">
                <a:noFill/>
                <a:tableStyleId>{E5686DB3-B821-445C-B3A6-515973651C61}</a:tableStyleId>
              </a:tblPr>
              <a:tblGrid>
                <a:gridCol w="1223625"/>
                <a:gridCol w="1837800"/>
                <a:gridCol w="1837800"/>
                <a:gridCol w="1837800"/>
              </a:tblGrid>
              <a:tr h="192400">
                <a:tc gridSpan="4">
                  <a:txBody>
                    <a:bodyPr/>
                    <a:lstStyle/>
                    <a:p>
                      <a:pPr indent="0" lvl="0" marL="0" marR="0" rtl="0" algn="l">
                        <a:spcBef>
                          <a:spcPts val="0"/>
                        </a:spcBef>
                        <a:spcAft>
                          <a:spcPts val="0"/>
                        </a:spcAft>
                        <a:buNone/>
                      </a:pPr>
                      <a:r>
                        <a:rPr b="1" lang="da-DK" sz="824">
                          <a:solidFill>
                            <a:schemeClr val="dk2"/>
                          </a:solidFill>
                        </a:rPr>
                        <a:t>Områder i nærheden af eller i 'biodiversitetsfølsomme områder’, som virksomheden ejer, lejer eller forvalter </a:t>
                      </a:r>
                      <a:r>
                        <a:rPr b="0" lang="da-DK" sz="824">
                          <a:solidFill>
                            <a:schemeClr val="dk2"/>
                          </a:solidFill>
                        </a:rPr>
                        <a:t>(pkt. 35)</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c hMerge="1"/>
              </a:tr>
              <a:tr h="287675">
                <a:tc>
                  <a:txBody>
                    <a:bodyPr/>
                    <a:lstStyle/>
                    <a:p>
                      <a:pPr indent="0" lvl="0" marL="0" marR="0" rtl="0" algn="l">
                        <a:spcBef>
                          <a:spcPts val="0"/>
                        </a:spcBef>
                        <a:spcAft>
                          <a:spcPts val="0"/>
                        </a:spcAft>
                        <a:buNone/>
                      </a:pPr>
                      <a:r>
                        <a:rPr b="1" lang="da-DK" sz="824">
                          <a:solidFill>
                            <a:schemeClr val="dk2"/>
                          </a:solidFill>
                        </a:rPr>
                        <a:t>Lokation</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824">
                          <a:solidFill>
                            <a:schemeClr val="dk2"/>
                          </a:solidFill>
                        </a:rPr>
                        <a:t>Areal opgjort i hektar</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824">
                          <a:solidFill>
                            <a:schemeClr val="dk2"/>
                          </a:solidFill>
                        </a:rPr>
                        <a:t>Biodiversitetsfølsomt område</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824">
                          <a:solidFill>
                            <a:schemeClr val="dk2"/>
                          </a:solidFill>
                        </a:rPr>
                        <a:t>Specifikation: I nærheden af eller i et biodiversitetsfølsomt område</a:t>
                      </a:r>
                      <a:endParaRPr b="0" sz="824">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26350">
                <a:tc>
                  <a:txBody>
                    <a:bodyPr/>
                    <a:lstStyle/>
                    <a:p>
                      <a:pPr indent="0" lvl="0" marL="0" marR="0" rtl="0" algn="l">
                        <a:spcBef>
                          <a:spcPts val="0"/>
                        </a:spcBef>
                        <a:spcAft>
                          <a:spcPts val="0"/>
                        </a:spcAft>
                        <a:buClr>
                          <a:srgbClr val="1B4528"/>
                        </a:buClr>
                        <a:buSzPts val="824"/>
                        <a:buFont typeface="Inter"/>
                        <a:buNone/>
                      </a:pPr>
                      <a:r>
                        <a:rPr b="0" i="0" lang="da-DK" sz="824" u="none" strike="noStrike">
                          <a:solidFill>
                            <a:srgbClr val="1B4528"/>
                          </a:solidFill>
                          <a:latin typeface="Inter"/>
                          <a:ea typeface="Inter"/>
                          <a:cs typeface="Inter"/>
                          <a:sym typeface="Inter"/>
                        </a:rPr>
                        <a:t>{{country_location}}</a:t>
                      </a:r>
                      <a:endParaRPr b="0" sz="824"/>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824"/>
                        <a:buFont typeface="Inter"/>
                        <a:buNone/>
                      </a:pPr>
                      <a:r>
                        <a:rPr b="0" i="0" lang="da-DK" sz="824" u="none" strike="noStrike">
                          <a:solidFill>
                            <a:srgbClr val="1B4528"/>
                          </a:solidFill>
                          <a:latin typeface="Inter"/>
                          <a:ea typeface="Inter"/>
                          <a:cs typeface="Inter"/>
                          <a:sym typeface="Inter"/>
                        </a:rPr>
                        <a:t> {{area_hect}}</a:t>
                      </a:r>
                      <a:endParaRPr b="0" sz="824"/>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824"/>
                        <a:buFont typeface="Inter"/>
                        <a:buNone/>
                      </a:pPr>
                      <a:r>
                        <a:rPr b="0" i="0" lang="da-DK" sz="824" u="none" strike="noStrike">
                          <a:solidFill>
                            <a:srgbClr val="1B4528"/>
                          </a:solidFill>
                          <a:latin typeface="Inter"/>
                          <a:ea typeface="Inter"/>
                          <a:cs typeface="Inter"/>
                          <a:sym typeface="Inter"/>
                        </a:rPr>
                        <a:t>{{area_name}}</a:t>
                      </a:r>
                      <a:endParaRPr b="0" sz="824"/>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824"/>
                        <a:buFont typeface="Inter"/>
                        <a:buNone/>
                      </a:pPr>
                      <a:r>
                        <a:rPr b="0" i="0" lang="da-DK" sz="824" u="none" strike="noStrike">
                          <a:solidFill>
                            <a:srgbClr val="1B4528"/>
                          </a:solidFill>
                          <a:latin typeface="Inter"/>
                          <a:ea typeface="Inter"/>
                          <a:cs typeface="Inter"/>
                          <a:sym typeface="Inter"/>
                        </a:rPr>
                        <a:t>{{biosensitive_area}}</a:t>
                      </a:r>
                      <a:endParaRPr b="0" sz="824"/>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08" name="Google Shape;108;p6"/>
          <p:cNvSpPr txBox="1"/>
          <p:nvPr/>
        </p:nvSpPr>
        <p:spPr>
          <a:xfrm>
            <a:off x="411480" y="2954463"/>
            <a:ext cx="6737040" cy="5385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824"/>
              <a:buFont typeface="Inter"/>
              <a:buNone/>
            </a:pPr>
            <a:r>
              <a:rPr b="0" i="0" lang="da-DK" sz="824" u="none" strike="noStrike">
                <a:solidFill>
                  <a:schemeClr val="dk2"/>
                </a:solidFill>
                <a:latin typeface="Inter"/>
                <a:ea typeface="Inter"/>
                <a:cs typeface="Inter"/>
                <a:sym typeface="Inter"/>
              </a:rPr>
              <a:t>Virksomhedens oplysninger vedrører de steder, den opererer på, som er placeret i eller i nærheden af biodiversitetsfølsomme områder. Biodiversitetsfølsomme områder defineres som sådanne i særlige naturbeskyttelsesbestemmelser på europæisk eller internationalt plan. Dette omfatter områder, der tilhører Natura 2000, UNESCO og vigtige biodiversitetsområder (KBA'er) samt andre beskyttede områder.</a:t>
            </a:r>
            <a:endParaRPr sz="824">
              <a:solidFill>
                <a:schemeClr val="dk2"/>
              </a:solidFill>
              <a:latin typeface="Inter"/>
              <a:ea typeface="Inter"/>
              <a:cs typeface="Inter"/>
              <a:sym typeface="Inter"/>
            </a:endParaRPr>
          </a:p>
        </p:txBody>
      </p:sp>
      <p:sp>
        <p:nvSpPr>
          <p:cNvPr id="109" name="Google Shape;109;p6"/>
          <p:cNvSpPr txBox="1"/>
          <p:nvPr/>
        </p:nvSpPr>
        <p:spPr>
          <a:xfrm>
            <a:off x="423976" y="4779343"/>
            <a:ext cx="6583504" cy="207741"/>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247"/>
              <a:buFont typeface="IBM Plex Sans"/>
              <a:buNone/>
            </a:pPr>
            <a:r>
              <a:rPr b="1" lang="da-DK" sz="1247">
                <a:solidFill>
                  <a:schemeClr val="dk2"/>
                </a:solidFill>
                <a:latin typeface="IBM Plex Sans"/>
                <a:ea typeface="IBM Plex Sans"/>
                <a:cs typeface="IBM Plex Sans"/>
                <a:sym typeface="IBM Plex Sans"/>
              </a:rPr>
              <a:t>Vand (B6)</a:t>
            </a:r>
            <a:endParaRPr/>
          </a:p>
        </p:txBody>
      </p:sp>
      <p:graphicFrame>
        <p:nvGraphicFramePr>
          <p:cNvPr id="110" name="Google Shape;110;p6"/>
          <p:cNvGraphicFramePr/>
          <p:nvPr/>
        </p:nvGraphicFramePr>
        <p:xfrm>
          <a:off x="411480" y="5788087"/>
          <a:ext cx="3000000" cy="3000000"/>
        </p:xfrm>
        <a:graphic>
          <a:graphicData uri="http://schemas.openxmlformats.org/drawingml/2006/table">
            <a:tbl>
              <a:tblPr firstRow="1">
                <a:noFill/>
                <a:tableStyleId>{E5686DB3-B821-445C-B3A6-515973651C61}</a:tableStyleId>
              </a:tblPr>
              <a:tblGrid>
                <a:gridCol w="2113975"/>
                <a:gridCol w="1181375"/>
              </a:tblGrid>
              <a:tr h="566725">
                <a:tc>
                  <a:txBody>
                    <a:bodyPr/>
                    <a:lstStyle/>
                    <a:p>
                      <a:pPr indent="0" lvl="0" marL="0" marR="0" rtl="0" algn="l">
                        <a:lnSpc>
                          <a:spcPct val="100000"/>
                        </a:lnSpc>
                        <a:spcBef>
                          <a:spcPts val="0"/>
                        </a:spcBef>
                        <a:spcAft>
                          <a:spcPts val="0"/>
                        </a:spcAft>
                        <a:buClr>
                          <a:schemeClr val="dk2"/>
                        </a:buClr>
                        <a:buSzPts val="824"/>
                        <a:buFont typeface="IBM Plex Sans"/>
                        <a:buNone/>
                      </a:pPr>
                      <a:r>
                        <a:rPr b="1" lang="da-DK" sz="824">
                          <a:solidFill>
                            <a:schemeClr val="dk2"/>
                          </a:solidFill>
                        </a:rPr>
                        <a:t>Vandudtag </a:t>
                      </a:r>
                      <a:r>
                        <a:rPr b="0" lang="da-DK" sz="824">
                          <a:solidFill>
                            <a:schemeClr val="dk2"/>
                          </a:solidFill>
                        </a:rPr>
                        <a:t>(pkt. 36)</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824"/>
                        <a:buFont typeface="IBM Plex Sans"/>
                        <a:buNone/>
                      </a:pPr>
                      <a:r>
                        <a:rPr b="1" lang="da-DK" sz="824">
                          <a:solidFill>
                            <a:schemeClr val="dk2"/>
                          </a:solidFill>
                        </a:rPr>
                        <a:t>År </a:t>
                      </a:r>
                      <a:r>
                        <a:rPr b="1" lang="da-DK" sz="824">
                          <a:solidFill>
                            <a:srgbClr val="1B4528"/>
                          </a:solidFill>
                        </a:rPr>
                        <a:t>{{insert_year}}</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551375">
                <a:tc>
                  <a:txBody>
                    <a:bodyPr/>
                    <a:lstStyle/>
                    <a:p>
                      <a:pPr indent="0" lvl="0" marL="0" marR="0" rtl="0" algn="l">
                        <a:spcBef>
                          <a:spcPts val="0"/>
                        </a:spcBef>
                        <a:spcAft>
                          <a:spcPts val="0"/>
                        </a:spcAft>
                        <a:buNone/>
                      </a:pPr>
                      <a:r>
                        <a:rPr b="0" lang="da-DK" sz="824">
                          <a:solidFill>
                            <a:schemeClr val="dk2"/>
                          </a:solidFill>
                        </a:rPr>
                        <a:t>Samlet for alle lokationer</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824"/>
                        <a:buFont typeface="IBM Plex Sans"/>
                        <a:buNone/>
                      </a:pPr>
                      <a:r>
                        <a:rPr b="0" i="0" lang="da-DK" sz="824" u="none" cap="none" strike="noStrike">
                          <a:solidFill>
                            <a:srgbClr val="1B4528"/>
                          </a:solidFill>
                          <a:latin typeface="IBM Plex Sans"/>
                          <a:ea typeface="IBM Plex Sans"/>
                          <a:cs typeface="IBM Plex Sans"/>
                          <a:sym typeface="IBM Plex Sans"/>
                        </a:rPr>
                        <a:t>{{total_withdrawal}}</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11" name="Google Shape;111;p6"/>
          <p:cNvGraphicFramePr/>
          <p:nvPr/>
        </p:nvGraphicFramePr>
        <p:xfrm>
          <a:off x="3853152" y="5788086"/>
          <a:ext cx="3000000" cy="3000000"/>
        </p:xfrm>
        <a:graphic>
          <a:graphicData uri="http://schemas.openxmlformats.org/drawingml/2006/table">
            <a:tbl>
              <a:tblPr firstRow="1">
                <a:noFill/>
                <a:tableStyleId>{E5686DB3-B821-445C-B3A6-515973651C61}</a:tableStyleId>
              </a:tblPr>
              <a:tblGrid>
                <a:gridCol w="2217450"/>
                <a:gridCol w="1077925"/>
              </a:tblGrid>
              <a:tr h="476275">
                <a:tc>
                  <a:txBody>
                    <a:bodyPr/>
                    <a:lstStyle/>
                    <a:p>
                      <a:pPr indent="0" lvl="0" marL="0" marR="0" rtl="0" algn="l">
                        <a:lnSpc>
                          <a:spcPct val="100000"/>
                        </a:lnSpc>
                        <a:spcBef>
                          <a:spcPts val="0"/>
                        </a:spcBef>
                        <a:spcAft>
                          <a:spcPts val="0"/>
                        </a:spcAft>
                        <a:buClr>
                          <a:schemeClr val="dk2"/>
                        </a:buClr>
                        <a:buSzPts val="824"/>
                        <a:buFont typeface="IBM Plex Sans"/>
                        <a:buNone/>
                      </a:pPr>
                      <a:r>
                        <a:rPr b="1" lang="da-DK" sz="824">
                          <a:solidFill>
                            <a:schemeClr val="dk2"/>
                          </a:solidFill>
                        </a:rPr>
                        <a:t>Vandforbrug </a:t>
                      </a:r>
                      <a:r>
                        <a:rPr b="0" lang="da-DK" sz="824">
                          <a:solidFill>
                            <a:schemeClr val="dk2"/>
                          </a:solidFill>
                        </a:rPr>
                        <a:t>(pkt. 37)</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824"/>
                        <a:buFont typeface="IBM Plex Sans"/>
                        <a:buNone/>
                      </a:pPr>
                      <a:r>
                        <a:rPr b="1" lang="da-DK" sz="824">
                          <a:solidFill>
                            <a:schemeClr val="dk2"/>
                          </a:solidFill>
                        </a:rPr>
                        <a:t>År </a:t>
                      </a:r>
                      <a:r>
                        <a:rPr b="1" lang="da-DK" sz="824">
                          <a:solidFill>
                            <a:srgbClr val="1B4528"/>
                          </a:solidFill>
                        </a:rPr>
                        <a:t>{{insert_year}}</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98675">
                <a:tc>
                  <a:txBody>
                    <a:bodyPr/>
                    <a:lstStyle/>
                    <a:p>
                      <a:pPr indent="0" lvl="0" marL="0" marR="0" rtl="0" algn="l">
                        <a:spcBef>
                          <a:spcPts val="0"/>
                        </a:spcBef>
                        <a:spcAft>
                          <a:spcPts val="0"/>
                        </a:spcAft>
                        <a:buNone/>
                      </a:pPr>
                      <a:r>
                        <a:rPr b="0" lang="da-DK" sz="824">
                          <a:solidFill>
                            <a:schemeClr val="dk2"/>
                          </a:solidFill>
                        </a:rPr>
                        <a:t>Samlet for alle lokationer</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824"/>
                        <a:buFont typeface="Inter"/>
                        <a:buNone/>
                      </a:pPr>
                      <a:r>
                        <a:rPr b="0" i="0" lang="da-DK" sz="824" u="none" strike="noStrike">
                          <a:solidFill>
                            <a:srgbClr val="1B4528"/>
                          </a:solidFill>
                          <a:latin typeface="Inter"/>
                          <a:ea typeface="Inter"/>
                          <a:cs typeface="Inter"/>
                          <a:sym typeface="Inter"/>
                        </a:rPr>
                        <a:t>{{consumption_total}}</a:t>
                      </a:r>
                      <a:endParaRPr b="0" sz="824"/>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343125">
                <a:tc>
                  <a:txBody>
                    <a:bodyPr/>
                    <a:lstStyle/>
                    <a:p>
                      <a:pPr indent="0" lvl="0" marL="0" marR="0" rtl="0" algn="l">
                        <a:lnSpc>
                          <a:spcPct val="100000"/>
                        </a:lnSpc>
                        <a:spcBef>
                          <a:spcPts val="0"/>
                        </a:spcBef>
                        <a:spcAft>
                          <a:spcPts val="0"/>
                        </a:spcAft>
                        <a:buClr>
                          <a:schemeClr val="dk2"/>
                        </a:buClr>
                        <a:buSzPts val="824"/>
                        <a:buFont typeface="IBM Plex Sans"/>
                        <a:buNone/>
                      </a:pPr>
                      <a:r>
                        <a:rPr b="0" lang="da-DK" sz="824">
                          <a:solidFill>
                            <a:schemeClr val="dk2"/>
                          </a:solidFill>
                        </a:rPr>
                        <a:t>Fra lokationer i områder med mangel på vand (højt vandstress)</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824"/>
                        <a:buFont typeface="Inter"/>
                        <a:buNone/>
                      </a:pPr>
                      <a:r>
                        <a:rPr b="0" i="0" lang="da-DK" sz="824" u="none" strike="noStrike">
                          <a:solidFill>
                            <a:srgbClr val="1B4528"/>
                          </a:solidFill>
                          <a:latin typeface="Inter"/>
                          <a:ea typeface="Inter"/>
                          <a:cs typeface="Inter"/>
                          <a:sym typeface="Inter"/>
                        </a:rPr>
                        <a:t>{{consumption_waterstress}}</a:t>
                      </a:r>
                      <a:endParaRPr sz="824"/>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12" name="Google Shape;112;p6"/>
          <p:cNvSpPr txBox="1"/>
          <p:nvPr/>
        </p:nvSpPr>
        <p:spPr>
          <a:xfrm>
            <a:off x="411480" y="5110046"/>
            <a:ext cx="6737040" cy="384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824"/>
              <a:buFont typeface="Inter"/>
              <a:buNone/>
            </a:pPr>
            <a:r>
              <a:rPr b="0" i="0" lang="da-DK" sz="824" u="none" strike="noStrike">
                <a:solidFill>
                  <a:schemeClr val="dk2"/>
                </a:solidFill>
                <a:latin typeface="Inter"/>
                <a:ea typeface="Inter"/>
                <a:cs typeface="Inter"/>
                <a:sym typeface="Inter"/>
              </a:rPr>
              <a:t>Vandudtaget er den mængde vand, der anvendes af virksomheden, hvorunder </a:t>
            </a:r>
            <a:r>
              <a:rPr lang="da-DK" sz="824">
                <a:solidFill>
                  <a:schemeClr val="dk2"/>
                </a:solidFill>
                <a:latin typeface="Inter"/>
                <a:ea typeface="Inter"/>
                <a:cs typeface="Inter"/>
                <a:sym typeface="Inter"/>
              </a:rPr>
              <a:t>forbruget angiver vand der </a:t>
            </a:r>
            <a:r>
              <a:rPr b="0" i="0" lang="da-DK" sz="824" u="none" strike="noStrike">
                <a:solidFill>
                  <a:schemeClr val="dk2"/>
                </a:solidFill>
                <a:latin typeface="Inter"/>
                <a:ea typeface="Inter"/>
                <a:cs typeface="Inter"/>
                <a:sym typeface="Inter"/>
              </a:rPr>
              <a:t>ikke udledes eller planlægges udledt tilbage til vandmiljøet eller til en tredjepart. I dette afsnit oplyses virksomhedens samlede vandudtag. Virksomhedens vandforbrug</a:t>
            </a:r>
            <a:r>
              <a:rPr lang="da-DK" sz="824">
                <a:solidFill>
                  <a:schemeClr val="dk2"/>
                </a:solidFill>
                <a:latin typeface="Inter"/>
                <a:ea typeface="Inter"/>
                <a:cs typeface="Inter"/>
                <a:sym typeface="Inter"/>
              </a:rPr>
              <a:t> </a:t>
            </a:r>
            <a:r>
              <a:rPr b="0" i="0" lang="da-DK" sz="824" u="none" strike="noStrike">
                <a:solidFill>
                  <a:schemeClr val="dk2"/>
                </a:solidFill>
                <a:latin typeface="Inter"/>
                <a:ea typeface="Inter"/>
                <a:cs typeface="Inter"/>
                <a:sym typeface="Inter"/>
              </a:rPr>
              <a:t>og vandudledning fra områder med høj vandstress er anført nedenfor.</a:t>
            </a:r>
            <a:endParaRPr b="0" sz="824">
              <a:solidFill>
                <a:schemeClr val="dk2"/>
              </a:solidFill>
              <a:latin typeface="Inter"/>
              <a:ea typeface="Inter"/>
              <a:cs typeface="Inter"/>
              <a:sym typeface="Inter"/>
            </a:endParaRPr>
          </a:p>
        </p:txBody>
      </p:sp>
      <p:sp>
        <p:nvSpPr>
          <p:cNvPr id="113" name="Google Shape;113;p6"/>
          <p:cNvSpPr txBox="1"/>
          <p:nvPr/>
        </p:nvSpPr>
        <p:spPr>
          <a:xfrm>
            <a:off x="411480" y="7180614"/>
            <a:ext cx="6737040" cy="207741"/>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247"/>
              <a:buFont typeface="IBM Plex Sans"/>
              <a:buNone/>
            </a:pPr>
            <a:r>
              <a:rPr b="1" lang="da-DK" sz="1247">
                <a:solidFill>
                  <a:schemeClr val="dk2"/>
                </a:solidFill>
                <a:latin typeface="IBM Plex Sans"/>
                <a:ea typeface="IBM Plex Sans"/>
                <a:cs typeface="IBM Plex Sans"/>
                <a:sym typeface="IBM Plex Sans"/>
              </a:rPr>
              <a:t>Ressourceforbrug, cirkulær økonomi og affaldshåndtering (B7) </a:t>
            </a:r>
            <a:endParaRPr/>
          </a:p>
        </p:txBody>
      </p:sp>
      <p:graphicFrame>
        <p:nvGraphicFramePr>
          <p:cNvPr id="114" name="Google Shape;114;p6"/>
          <p:cNvGraphicFramePr/>
          <p:nvPr/>
        </p:nvGraphicFramePr>
        <p:xfrm>
          <a:off x="3853152" y="7601126"/>
          <a:ext cx="3000000" cy="3000000"/>
        </p:xfrm>
        <a:graphic>
          <a:graphicData uri="http://schemas.openxmlformats.org/drawingml/2006/table">
            <a:tbl>
              <a:tblPr firstRow="1">
                <a:noFill/>
                <a:tableStyleId>{E5686DB3-B821-445C-B3A6-515973651C61}</a:tableStyleId>
              </a:tblPr>
              <a:tblGrid>
                <a:gridCol w="1303675"/>
                <a:gridCol w="1013050"/>
                <a:gridCol w="978650"/>
              </a:tblGrid>
              <a:tr h="224575">
                <a:tc gridSpan="3">
                  <a:txBody>
                    <a:bodyPr/>
                    <a:lstStyle/>
                    <a:p>
                      <a:pPr indent="0" lvl="0" marL="0" marR="0" rtl="0" algn="l">
                        <a:lnSpc>
                          <a:spcPct val="100000"/>
                        </a:lnSpc>
                        <a:spcBef>
                          <a:spcPts val="0"/>
                        </a:spcBef>
                        <a:spcAft>
                          <a:spcPts val="0"/>
                        </a:spcAft>
                        <a:buClr>
                          <a:schemeClr val="dk2"/>
                        </a:buClr>
                        <a:buSzPts val="824"/>
                        <a:buFont typeface="IBM Plex Sans"/>
                        <a:buNone/>
                      </a:pPr>
                      <a:r>
                        <a:rPr b="1" lang="da-DK" sz="824">
                          <a:solidFill>
                            <a:schemeClr val="dk2"/>
                          </a:solidFill>
                        </a:rPr>
                        <a:t>Oplysning om anvendelse af principper fra cirkulær økonomi </a:t>
                      </a:r>
                      <a:r>
                        <a:rPr b="0" lang="da-DK" sz="824">
                          <a:solidFill>
                            <a:schemeClr val="dk2"/>
                          </a:solidFill>
                        </a:rPr>
                        <a:t>(pkt. 38)</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224325">
                <a:tc rowSpan="2">
                  <a:txBody>
                    <a:bodyPr/>
                    <a:lstStyle/>
                    <a:p>
                      <a:pPr indent="0" lvl="0" marL="0" marR="0" rtl="0" algn="l">
                        <a:spcBef>
                          <a:spcPts val="0"/>
                        </a:spcBef>
                        <a:spcAft>
                          <a:spcPts val="0"/>
                        </a:spcAft>
                        <a:buNone/>
                      </a:pPr>
                      <a:r>
                        <a:rPr b="0" lang="da-DK" sz="824">
                          <a:solidFill>
                            <a:schemeClr val="dk2"/>
                          </a:solidFill>
                        </a:rPr>
                        <a:t>Min virksomhed anvender principper fra cirkulær økonomi</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a-DK" sz="824">
                          <a:solidFill>
                            <a:schemeClr val="dk2"/>
                          </a:solidFill>
                        </a:rPr>
                        <a:t>Ja</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a-DK" sz="824">
                          <a:solidFill>
                            <a:schemeClr val="dk2"/>
                          </a:solidFill>
                        </a:rPr>
                        <a:t>Nej</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85900">
                <a:tc vMerge="1"/>
                <a:tc>
                  <a:txBody>
                    <a:bodyPr/>
                    <a:lstStyle/>
                    <a:p>
                      <a:pPr indent="0" lvl="0" marL="0" marR="0" rtl="0" algn="r">
                        <a:spcBef>
                          <a:spcPts val="0"/>
                        </a:spcBef>
                        <a:spcAft>
                          <a:spcPts val="0"/>
                        </a:spcAft>
                        <a:buClr>
                          <a:srgbClr val="1B4528"/>
                        </a:buClr>
                        <a:buSzPts val="824"/>
                        <a:buFont typeface="Inter"/>
                        <a:buNone/>
                      </a:pPr>
                      <a:r>
                        <a:rPr b="0" i="0" lang="da-DK" sz="824" u="none" strike="noStrike">
                          <a:solidFill>
                            <a:srgbClr val="1B4528"/>
                          </a:solidFill>
                          <a:latin typeface="Inter"/>
                          <a:ea typeface="Inter"/>
                          <a:cs typeface="Inter"/>
                          <a:sym typeface="Inter"/>
                        </a:rPr>
                        <a:t>{{circular_economy_princples_yes}}</a:t>
                      </a:r>
                      <a:endParaRPr b="0" sz="824"/>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824"/>
                        <a:buFont typeface="Inter"/>
                        <a:buNone/>
                      </a:pPr>
                      <a:r>
                        <a:rPr b="0" i="0" lang="da-DK" sz="824" u="none" strike="noStrike">
                          <a:solidFill>
                            <a:srgbClr val="1B4528"/>
                          </a:solidFill>
                          <a:latin typeface="Inter"/>
                          <a:ea typeface="Inter"/>
                          <a:cs typeface="Inter"/>
                          <a:sym typeface="Inter"/>
                        </a:rPr>
                        <a:t>{{circular_economy_princples_no?}}</a:t>
                      </a:r>
                      <a:endParaRPr b="0" sz="824"/>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15" name="Google Shape;115;p6"/>
          <p:cNvSpPr txBox="1"/>
          <p:nvPr/>
        </p:nvSpPr>
        <p:spPr>
          <a:xfrm>
            <a:off x="411480" y="7584104"/>
            <a:ext cx="3295368" cy="692470"/>
          </a:xfrm>
          <a:prstGeom prst="rect">
            <a:avLst/>
          </a:prstGeom>
          <a:noFill/>
          <a:ln>
            <a:noFill/>
          </a:ln>
        </p:spPr>
        <p:txBody>
          <a:bodyPr anchorCtr="0" anchor="t" bIns="38075" lIns="76175" spcFirstLastPara="1" rIns="76175" wrap="square" tIns="38075">
            <a:spAutoFit/>
          </a:bodyPr>
          <a:lstStyle/>
          <a:p>
            <a:pPr indent="0" lvl="0" marL="0" marR="0" rtl="0" algn="l">
              <a:spcBef>
                <a:spcPts val="0"/>
              </a:spcBef>
              <a:spcAft>
                <a:spcPts val="0"/>
              </a:spcAft>
              <a:buClr>
                <a:schemeClr val="dk2"/>
              </a:buClr>
              <a:buSzPts val="824"/>
              <a:buFont typeface="Inter"/>
              <a:buNone/>
            </a:pPr>
            <a:r>
              <a:rPr b="0" i="0" lang="da-DK" sz="824" u="none" strike="noStrike">
                <a:solidFill>
                  <a:schemeClr val="dk2"/>
                </a:solidFill>
                <a:latin typeface="Inter"/>
                <a:ea typeface="Inter"/>
                <a:cs typeface="Inter"/>
                <a:sym typeface="Inter"/>
              </a:rPr>
              <a:t>Dette informationskrav angiver information om hvorvidt virksomheden</a:t>
            </a:r>
            <a:r>
              <a:rPr lang="da-DK" sz="824">
                <a:solidFill>
                  <a:schemeClr val="dk2"/>
                </a:solidFill>
                <a:latin typeface="Inter"/>
                <a:ea typeface="Inter"/>
                <a:cs typeface="Inter"/>
                <a:sym typeface="Inter"/>
              </a:rPr>
              <a:t> anvender principper for cirkulær økonomi. Herunder, om der er principper i anvendelse når det kommer til reduktion af affald og forurening samt fokus på cirkulære produkter og materialer.</a:t>
            </a:r>
            <a:endParaRPr/>
          </a:p>
        </p:txBody>
      </p:sp>
      <p:graphicFrame>
        <p:nvGraphicFramePr>
          <p:cNvPr id="116" name="Google Shape;116;p6"/>
          <p:cNvGraphicFramePr/>
          <p:nvPr/>
        </p:nvGraphicFramePr>
        <p:xfrm>
          <a:off x="411480" y="8712369"/>
          <a:ext cx="3000000" cy="3000000"/>
        </p:xfrm>
        <a:graphic>
          <a:graphicData uri="http://schemas.openxmlformats.org/drawingml/2006/table">
            <a:tbl>
              <a:tblPr firstRow="1">
                <a:noFill/>
                <a:tableStyleId>{E5686DB3-B821-445C-B3A6-515973651C61}</a:tableStyleId>
              </a:tblPr>
              <a:tblGrid>
                <a:gridCol w="6737050"/>
              </a:tblGrid>
              <a:tr h="156125">
                <a:tc>
                  <a:txBody>
                    <a:bodyPr/>
                    <a:lstStyle/>
                    <a:p>
                      <a:pPr indent="0" lvl="0" marL="0" marR="0" rtl="0" algn="l">
                        <a:spcBef>
                          <a:spcPts val="0"/>
                        </a:spcBef>
                        <a:spcAft>
                          <a:spcPts val="0"/>
                        </a:spcAft>
                        <a:buNone/>
                      </a:pPr>
                      <a:r>
                        <a:rPr b="1" lang="da-DK" sz="824">
                          <a:solidFill>
                            <a:schemeClr val="dk2"/>
                          </a:solidFill>
                        </a:rPr>
                        <a:t>Beskrivelse af, hvordan virksomheden arbejder med principper fra cirkulær økonomi </a:t>
                      </a:r>
                      <a:r>
                        <a:rPr b="0" lang="da-DK" sz="824">
                          <a:solidFill>
                            <a:schemeClr val="dk2"/>
                          </a:solidFill>
                        </a:rPr>
                        <a:t>(pkt. 38 fortsat)</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786625">
                <a:tc>
                  <a:txBody>
                    <a:bodyPr/>
                    <a:lstStyle/>
                    <a:p>
                      <a:pPr indent="0" lvl="0" marL="0" marR="0" rtl="0" algn="l">
                        <a:spcBef>
                          <a:spcPts val="0"/>
                        </a:spcBef>
                        <a:spcAft>
                          <a:spcPts val="0"/>
                        </a:spcAft>
                        <a:buNone/>
                      </a:pPr>
                      <a:r>
                        <a:rPr b="0" lang="da-DK" sz="824">
                          <a:solidFill>
                            <a:srgbClr val="1B4528"/>
                          </a:solidFill>
                          <a:latin typeface="IBM Plex Sans"/>
                          <a:ea typeface="IBM Plex Sans"/>
                          <a:cs typeface="IBM Plex Sans"/>
                          <a:sym typeface="IBM Plex Sans"/>
                        </a:rPr>
                        <a:t>{{description_of_circular_economies}}</a:t>
                      </a:r>
                      <a:endParaRPr/>
                    </a:p>
                    <a:p>
                      <a:pPr indent="0" lvl="0" marL="0" marR="0" rtl="0" algn="l">
                        <a:spcBef>
                          <a:spcPts val="0"/>
                        </a:spcBef>
                        <a:spcAft>
                          <a:spcPts val="0"/>
                        </a:spcAft>
                        <a:buNone/>
                      </a:pPr>
                      <a:r>
                        <a:t/>
                      </a:r>
                      <a:endParaRPr b="0" sz="824">
                        <a:solidFill>
                          <a:srgbClr val="1B4528"/>
                        </a:solidFill>
                        <a:latin typeface="IBM Plex Sans"/>
                        <a:ea typeface="IBM Plex Sans"/>
                        <a:cs typeface="IBM Plex Sans"/>
                        <a:sym typeface="IBM Plex Sans"/>
                      </a:endParaRPr>
                    </a:p>
                  </a:txBody>
                  <a:tcPr marT="30000" marB="30000" marR="45000" marL="450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117" name="Google Shape;117;p6"/>
          <p:cNvSpPr txBox="1"/>
          <p:nvPr>
            <p:ph idx="12" type="sldNum"/>
          </p:nvPr>
        </p:nvSpPr>
        <p:spPr>
          <a:xfrm>
            <a:off x="5531035" y="10152285"/>
            <a:ext cx="1617485"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7"/>
          <p:cNvSpPr txBox="1"/>
          <p:nvPr>
            <p:ph type="title"/>
          </p:nvPr>
        </p:nvSpPr>
        <p:spPr>
          <a:xfrm>
            <a:off x="423976" y="751839"/>
            <a:ext cx="6583504" cy="207741"/>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400"/>
              <a:buFont typeface="IBM Plex Sans"/>
              <a:buNone/>
            </a:pPr>
            <a:r>
              <a:rPr lang="da-DK"/>
              <a:t>Ressourceforbrug, cirkulær økonomi og affaldshåndtering (B7) – fortsat</a:t>
            </a:r>
            <a:endParaRPr/>
          </a:p>
        </p:txBody>
      </p:sp>
      <p:graphicFrame>
        <p:nvGraphicFramePr>
          <p:cNvPr id="124" name="Google Shape;124;p7"/>
          <p:cNvGraphicFramePr/>
          <p:nvPr/>
        </p:nvGraphicFramePr>
        <p:xfrm>
          <a:off x="411480" y="2279479"/>
          <a:ext cx="3000000" cy="3000000"/>
        </p:xfrm>
        <a:graphic>
          <a:graphicData uri="http://schemas.openxmlformats.org/drawingml/2006/table">
            <a:tbl>
              <a:tblPr firstRow="1">
                <a:noFill/>
                <a:tableStyleId>{E5686DB3-B821-445C-B3A6-515973651C61}</a:tableStyleId>
              </a:tblPr>
              <a:tblGrid>
                <a:gridCol w="2044250"/>
                <a:gridCol w="2284250"/>
                <a:gridCol w="2267500"/>
              </a:tblGrid>
              <a:tr h="273825">
                <a:tc gridSpan="3">
                  <a:txBody>
                    <a:bodyPr/>
                    <a:lstStyle/>
                    <a:p>
                      <a:pPr indent="0" lvl="0" marL="0" marR="0" rtl="0" algn="ctr">
                        <a:spcBef>
                          <a:spcPts val="0"/>
                        </a:spcBef>
                        <a:spcAft>
                          <a:spcPts val="0"/>
                        </a:spcAft>
                        <a:buNone/>
                      </a:pPr>
                      <a:r>
                        <a:rPr b="1" lang="da-DK" sz="975">
                          <a:solidFill>
                            <a:schemeClr val="dk2"/>
                          </a:solidFill>
                        </a:rPr>
                        <a:t>Samlet mængde affald årligt</a:t>
                      </a:r>
                      <a:endParaRPr b="0"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286350">
                <a:tc>
                  <a:txBody>
                    <a:bodyPr/>
                    <a:lstStyle/>
                    <a:p>
                      <a:pPr indent="0" lvl="0" marL="0" marR="0" rtl="0" algn="l">
                        <a:spcBef>
                          <a:spcPts val="0"/>
                        </a:spcBef>
                        <a:spcAft>
                          <a:spcPts val="0"/>
                        </a:spcAft>
                        <a:buNone/>
                      </a:pPr>
                      <a:r>
                        <a:t/>
                      </a:r>
                      <a:endParaRPr b="1"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975">
                          <a:solidFill>
                            <a:schemeClr val="dk2"/>
                          </a:solidFill>
                        </a:rPr>
                        <a:t>Samlet mængde affald </a:t>
                      </a:r>
                      <a:r>
                        <a:rPr b="0" lang="da-DK" sz="975">
                          <a:solidFill>
                            <a:schemeClr val="dk2"/>
                          </a:solidFill>
                        </a:rPr>
                        <a:t>(pkt. 39a)</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975">
                          <a:solidFill>
                            <a:schemeClr val="dk2"/>
                          </a:solidFill>
                        </a:rPr>
                        <a:t>Affald der omdirigeres til genanvendelse eller forberedelse mhp. genbrug </a:t>
                      </a:r>
                      <a:r>
                        <a:rPr b="0" lang="da-DK" sz="975">
                          <a:solidFill>
                            <a:schemeClr val="dk2"/>
                          </a:solidFill>
                        </a:rPr>
                        <a:t>(pkt. 39b)</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34050">
                <a:tc>
                  <a:txBody>
                    <a:bodyPr/>
                    <a:lstStyle/>
                    <a:p>
                      <a:pPr indent="0" lvl="0" marL="0" marR="0" rtl="0" algn="l">
                        <a:lnSpc>
                          <a:spcPct val="100000"/>
                        </a:lnSpc>
                        <a:spcBef>
                          <a:spcPts val="0"/>
                        </a:spcBef>
                        <a:spcAft>
                          <a:spcPts val="0"/>
                        </a:spcAft>
                        <a:buClr>
                          <a:schemeClr val="dk2"/>
                        </a:buClr>
                        <a:buSzPts val="975"/>
                        <a:buFont typeface="IBM Plex Sans"/>
                        <a:buNone/>
                      </a:pPr>
                      <a:r>
                        <a:rPr b="1" lang="da-DK" sz="975">
                          <a:solidFill>
                            <a:schemeClr val="dk2"/>
                          </a:solidFill>
                        </a:rPr>
                        <a:t>Ikke-farligt affald </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194725">
                <a:tc>
                  <a:txBody>
                    <a:bodyPr/>
                    <a:lstStyle/>
                    <a:p>
                      <a:pPr indent="0" lvl="0" marL="0" marR="0" rtl="0" algn="l">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{{Type_af_affald}}</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{{kg_tons_total}}</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{{genbrug_kg_tons}}</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12225">
                <a:tc>
                  <a:txBody>
                    <a:bodyPr/>
                    <a:lstStyle/>
                    <a:p>
                      <a:pPr indent="0" lvl="0" marL="0" marR="0" rtl="0" algn="l">
                        <a:spcBef>
                          <a:spcPts val="0"/>
                        </a:spcBef>
                        <a:spcAft>
                          <a:spcPts val="0"/>
                        </a:spcAft>
                        <a:buNone/>
                      </a:pPr>
                      <a:r>
                        <a:rPr b="1" lang="da-DK" sz="975">
                          <a:solidFill>
                            <a:schemeClr val="dk2"/>
                          </a:solidFill>
                        </a:rPr>
                        <a:t>Farligt affald</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975">
                        <a:solidFill>
                          <a:schemeClr val="dk2"/>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194725">
                <a:tc>
                  <a:txBody>
                    <a:bodyPr/>
                    <a:lstStyle/>
                    <a:p>
                      <a:pPr indent="0" lvl="0" marL="0" marR="0" rtl="0" algn="l">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{{Type_af_affald_farlig}}</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{{farlig_kg_tons}}</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{{farlig_genbrug_kg_tons}}</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25" name="Google Shape;125;p7"/>
          <p:cNvSpPr txBox="1"/>
          <p:nvPr>
            <p:ph idx="12" type="sldNum"/>
          </p:nvPr>
        </p:nvSpPr>
        <p:spPr>
          <a:xfrm>
            <a:off x="5531035" y="10152285"/>
            <a:ext cx="1617485"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126" name="Google Shape;126;p7"/>
          <p:cNvSpPr txBox="1"/>
          <p:nvPr>
            <p:ph idx="11" type="ftr"/>
          </p:nvPr>
        </p:nvSpPr>
        <p:spPr>
          <a:xfrm>
            <a:off x="5000661" y="365760"/>
            <a:ext cx="2147858"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sp>
        <p:nvSpPr>
          <p:cNvPr id="127" name="Google Shape;127;p7"/>
          <p:cNvSpPr txBox="1"/>
          <p:nvPr/>
        </p:nvSpPr>
        <p:spPr>
          <a:xfrm>
            <a:off x="411480" y="1436370"/>
            <a:ext cx="6737040" cy="384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975"/>
              <a:buFont typeface="Inter"/>
              <a:buNone/>
            </a:pPr>
            <a:r>
              <a:rPr b="0" i="0" lang="da-DK" sz="975" u="none" strike="noStrike">
                <a:solidFill>
                  <a:schemeClr val="dk2"/>
                </a:solidFill>
                <a:latin typeface="Inter"/>
                <a:ea typeface="Inter"/>
                <a:cs typeface="Inter"/>
                <a:sym typeface="Inter"/>
              </a:rPr>
              <a:t>Følgende afsnit angiver oplysninger om materialeforbrug og affaldshåndtering. Oplysningerne er relateret til cirkulær økonomi og angiver virksomhedens samlede årlige affaldsproduktion (farligt/ikke-farligt) er fordelt og ligeledes anføres mængderne af væsentlige materialer. </a:t>
            </a:r>
            <a:endParaRPr sz="975">
              <a:solidFill>
                <a:schemeClr val="dk2"/>
              </a:solidFill>
              <a:latin typeface="Inter"/>
              <a:ea typeface="Inter"/>
              <a:cs typeface="Inter"/>
              <a:sym typeface="Inter"/>
            </a:endParaRPr>
          </a:p>
        </p:txBody>
      </p:sp>
      <p:graphicFrame>
        <p:nvGraphicFramePr>
          <p:cNvPr id="128" name="Google Shape;128;p7"/>
          <p:cNvGraphicFramePr/>
          <p:nvPr/>
        </p:nvGraphicFramePr>
        <p:xfrm>
          <a:off x="415509" y="4169114"/>
          <a:ext cx="3000000" cy="3000000"/>
        </p:xfrm>
        <a:graphic>
          <a:graphicData uri="http://schemas.openxmlformats.org/drawingml/2006/table">
            <a:tbl>
              <a:tblPr firstRow="1">
                <a:noFill/>
                <a:tableStyleId>{E5686DB3-B821-445C-B3A6-515973651C61}</a:tableStyleId>
              </a:tblPr>
              <a:tblGrid>
                <a:gridCol w="4223950"/>
                <a:gridCol w="2359550"/>
              </a:tblGrid>
              <a:tr h="360550">
                <a:tc>
                  <a:txBody>
                    <a:bodyPr/>
                    <a:lstStyle/>
                    <a:p>
                      <a:pPr indent="0" lvl="0" marL="0" marR="0" rtl="0" algn="l">
                        <a:spcBef>
                          <a:spcPts val="0"/>
                        </a:spcBef>
                        <a:spcAft>
                          <a:spcPts val="0"/>
                        </a:spcAft>
                        <a:buNone/>
                      </a:pPr>
                      <a:r>
                        <a:rPr b="1" lang="da-DK" sz="975">
                          <a:solidFill>
                            <a:schemeClr val="dk2"/>
                          </a:solidFill>
                        </a:rPr>
                        <a:t>Væsentlige materialer </a:t>
                      </a:r>
                      <a:r>
                        <a:rPr b="0" lang="da-DK" sz="975">
                          <a:solidFill>
                            <a:schemeClr val="dk2"/>
                          </a:solidFill>
                        </a:rPr>
                        <a:t>(pkt. 39c)</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975">
                          <a:solidFill>
                            <a:schemeClr val="dk2"/>
                          </a:solidFill>
                        </a:rPr>
                        <a:t>Årligt masse-flow </a:t>
                      </a:r>
                      <a:r>
                        <a:rPr b="1" lang="da-DK" sz="975">
                          <a:solidFill>
                            <a:srgbClr val="1B4528"/>
                          </a:solidFill>
                        </a:rPr>
                        <a:t>{{insert_year}}</a:t>
                      </a:r>
                      <a:endParaRPr b="0" sz="975">
                        <a:solidFill>
                          <a:srgbClr val="1B4528"/>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81375">
                <a:tc>
                  <a:txBody>
                    <a:bodyPr/>
                    <a:lstStyle/>
                    <a:p>
                      <a:pPr indent="0" lvl="0" marL="0" marR="0" rtl="0" algn="l">
                        <a:spcBef>
                          <a:spcPts val="0"/>
                        </a:spcBef>
                        <a:spcAft>
                          <a:spcPts val="0"/>
                        </a:spcAft>
                        <a:buNone/>
                      </a:pPr>
                      <a:r>
                        <a:rPr b="0" i="0" lang="da-DK" sz="975" u="none" strike="noStrike">
                          <a:solidFill>
                            <a:srgbClr val="1B4528"/>
                          </a:solidFill>
                          <a:latin typeface="Inter"/>
                          <a:ea typeface="Inter"/>
                          <a:cs typeface="Inter"/>
                          <a:sym typeface="Inter"/>
                        </a:rPr>
                        <a:t>{{significant_material}}</a:t>
                      </a:r>
                      <a:endParaRPr b="0" sz="975">
                        <a:solidFill>
                          <a:srgbClr val="1B4528"/>
                        </a:solidFill>
                        <a:latin typeface="Inter"/>
                        <a:ea typeface="Inter"/>
                        <a:cs typeface="Inter"/>
                        <a:sym typeface="Inte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{{significant_material_unit}}</a:t>
                      </a:r>
                      <a:endParaRPr b="0" i="0" sz="975" u="none" strike="noStrike">
                        <a:solidFill>
                          <a:srgbClr val="000000"/>
                        </a:solidFill>
                        <a:latin typeface="Inter"/>
                        <a:ea typeface="Inter"/>
                        <a:cs typeface="Inter"/>
                        <a:sym typeface="Inte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3" name="Shape 133"/>
        <p:cNvGrpSpPr/>
        <p:nvPr/>
      </p:nvGrpSpPr>
      <p:grpSpPr>
        <a:xfrm>
          <a:off x="0" y="0"/>
          <a:ext cx="0" cy="0"/>
          <a:chOff x="0" y="0"/>
          <a:chExt cx="0" cy="0"/>
        </a:xfrm>
      </p:grpSpPr>
      <p:sp>
        <p:nvSpPr>
          <p:cNvPr id="134" name="Google Shape;134;p8"/>
          <p:cNvSpPr txBox="1"/>
          <p:nvPr>
            <p:ph type="title"/>
          </p:nvPr>
        </p:nvSpPr>
        <p:spPr>
          <a:xfrm>
            <a:off x="423976" y="751839"/>
            <a:ext cx="6583504" cy="207741"/>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400"/>
              <a:buFont typeface="IBM Plex Sans"/>
              <a:buNone/>
            </a:pPr>
            <a:r>
              <a:rPr lang="da-DK"/>
              <a:t>Egen arbejdsstyrke: Generelle karakteristika (B8) </a:t>
            </a:r>
            <a:endParaRPr/>
          </a:p>
        </p:txBody>
      </p:sp>
      <p:graphicFrame>
        <p:nvGraphicFramePr>
          <p:cNvPr id="135" name="Google Shape;135;p8"/>
          <p:cNvGraphicFramePr/>
          <p:nvPr/>
        </p:nvGraphicFramePr>
        <p:xfrm>
          <a:off x="411480" y="2164682"/>
          <a:ext cx="3000000" cy="3000000"/>
        </p:xfrm>
        <a:graphic>
          <a:graphicData uri="http://schemas.openxmlformats.org/drawingml/2006/table">
            <a:tbl>
              <a:tblPr firstRow="1">
                <a:noFill/>
                <a:tableStyleId>{E5686DB3-B821-445C-B3A6-515973651C61}</a:tableStyleId>
              </a:tblPr>
              <a:tblGrid>
                <a:gridCol w="1647675"/>
                <a:gridCol w="1647675"/>
              </a:tblGrid>
              <a:tr h="494825">
                <a:tc>
                  <a:txBody>
                    <a:bodyPr/>
                    <a:lstStyle/>
                    <a:p>
                      <a:pPr indent="0" lvl="0" marL="0" marR="0" rtl="0" algn="l">
                        <a:spcBef>
                          <a:spcPts val="0"/>
                        </a:spcBef>
                        <a:spcAft>
                          <a:spcPts val="0"/>
                        </a:spcAft>
                        <a:buNone/>
                      </a:pPr>
                      <a:r>
                        <a:rPr b="1" lang="da-DK" sz="975">
                          <a:solidFill>
                            <a:schemeClr val="dk2"/>
                          </a:solidFill>
                        </a:rPr>
                        <a:t>Kontrakttype </a:t>
                      </a:r>
                      <a:r>
                        <a:rPr b="0" lang="da-DK" sz="975">
                          <a:solidFill>
                            <a:schemeClr val="dk2"/>
                          </a:solidFill>
                        </a:rPr>
                        <a:t>(pkt. 40a)</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975">
                          <a:solidFill>
                            <a:schemeClr val="dk2"/>
                          </a:solidFill>
                        </a:rPr>
                        <a:t>Antal ansatte (antal personer eller fuldtidsækvivalenter)</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95625">
                <a:tc>
                  <a:txBody>
                    <a:bodyPr/>
                    <a:lstStyle/>
                    <a:p>
                      <a:pPr indent="0" lvl="0" marL="0" marR="0" rtl="0" algn="l">
                        <a:spcBef>
                          <a:spcPts val="0"/>
                        </a:spcBef>
                        <a:spcAft>
                          <a:spcPts val="0"/>
                        </a:spcAft>
                        <a:buNone/>
                      </a:pPr>
                      <a:r>
                        <a:rPr b="0" lang="da-DK" sz="975">
                          <a:solidFill>
                            <a:schemeClr val="dk2"/>
                          </a:solidFill>
                        </a:rPr>
                        <a:t>Midlertidig ansættelse</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{{temporary}}</a:t>
                      </a:r>
                      <a:endParaRPr b="0" sz="975"/>
                    </a:p>
                  </a:txBody>
                  <a:tcPr marT="10575" marB="105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395625">
                <a:tc>
                  <a:txBody>
                    <a:bodyPr/>
                    <a:lstStyle/>
                    <a:p>
                      <a:pPr indent="0" lvl="0" marL="0" marR="0" rtl="0" algn="l">
                        <a:spcBef>
                          <a:spcPts val="0"/>
                        </a:spcBef>
                        <a:spcAft>
                          <a:spcPts val="0"/>
                        </a:spcAft>
                        <a:buNone/>
                      </a:pPr>
                      <a:r>
                        <a:rPr b="0" lang="da-DK" sz="975">
                          <a:solidFill>
                            <a:schemeClr val="dk2"/>
                          </a:solidFill>
                        </a:rPr>
                        <a:t>Fastansættelse</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{{fulltime}}</a:t>
                      </a:r>
                      <a:endParaRPr b="0" sz="975"/>
                    </a:p>
                  </a:txBody>
                  <a:tcPr marT="10575" marB="105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395625">
                <a:tc>
                  <a:txBody>
                    <a:bodyPr/>
                    <a:lstStyle/>
                    <a:p>
                      <a:pPr indent="0" lvl="0" marL="0" marR="0" rtl="0" algn="l">
                        <a:spcBef>
                          <a:spcPts val="0"/>
                        </a:spcBef>
                        <a:spcAft>
                          <a:spcPts val="0"/>
                        </a:spcAft>
                        <a:buNone/>
                      </a:pPr>
                      <a:r>
                        <a:rPr b="0" lang="da-DK" sz="975">
                          <a:solidFill>
                            <a:schemeClr val="dk2"/>
                          </a:solidFill>
                        </a:rPr>
                        <a:t>Totalt antal ansatte</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{{total_employees}}</a:t>
                      </a:r>
                      <a:endParaRPr b="0" sz="975"/>
                    </a:p>
                  </a:txBody>
                  <a:tcPr marT="10575" marB="105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36" name="Google Shape;136;p8"/>
          <p:cNvGraphicFramePr/>
          <p:nvPr/>
        </p:nvGraphicFramePr>
        <p:xfrm>
          <a:off x="3853152" y="2164686"/>
          <a:ext cx="3000000" cy="3000000"/>
        </p:xfrm>
        <a:graphic>
          <a:graphicData uri="http://schemas.openxmlformats.org/drawingml/2006/table">
            <a:tbl>
              <a:tblPr firstRow="1">
                <a:noFill/>
                <a:tableStyleId>{E5686DB3-B821-445C-B3A6-515973651C61}</a:tableStyleId>
              </a:tblPr>
              <a:tblGrid>
                <a:gridCol w="1647675"/>
                <a:gridCol w="1647675"/>
              </a:tblGrid>
              <a:tr h="240000">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Køn</a:t>
                      </a:r>
                      <a:r>
                        <a:rPr b="0" lang="da-DK" sz="975">
                          <a:solidFill>
                            <a:schemeClr val="dk2"/>
                          </a:solidFill>
                          <a:latin typeface="IBM Plex Sans"/>
                          <a:ea typeface="IBM Plex Sans"/>
                          <a:cs typeface="IBM Plex Sans"/>
                          <a:sym typeface="IBM Plex Sans"/>
                        </a:rPr>
                        <a:t> (pkt. 40b)</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975">
                          <a:solidFill>
                            <a:schemeClr val="dk2"/>
                          </a:solidFill>
                          <a:latin typeface="IBM Plex Sans"/>
                          <a:ea typeface="IBM Plex Sans"/>
                          <a:cs typeface="IBM Plex Sans"/>
                          <a:sym typeface="IBM Plex Sans"/>
                        </a:rPr>
                        <a:t>Antal ansatte (antal personer eller fuldtidsækvivalenter)</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40000">
                <a:tc>
                  <a:txBody>
                    <a:bodyPr/>
                    <a:lstStyle/>
                    <a:p>
                      <a:pPr indent="0" lvl="0" marL="0" marR="0" rtl="0" algn="l">
                        <a:spcBef>
                          <a:spcPts val="0"/>
                        </a:spcBef>
                        <a:spcAft>
                          <a:spcPts val="0"/>
                        </a:spcAft>
                        <a:buNone/>
                      </a:pPr>
                      <a:r>
                        <a:rPr b="0" lang="da-DK" sz="975">
                          <a:solidFill>
                            <a:schemeClr val="dk2"/>
                          </a:solidFill>
                          <a:latin typeface="IBM Plex Sans"/>
                          <a:ea typeface="IBM Plex Sans"/>
                          <a:cs typeface="IBM Plex Sans"/>
                          <a:sym typeface="IBM Plex Sans"/>
                        </a:rPr>
                        <a:t>Mand</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{{men}}</a:t>
                      </a:r>
                      <a:endParaRPr b="0" sz="975"/>
                    </a:p>
                  </a:txBody>
                  <a:tcPr marT="10575" marB="105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40000">
                <a:tc>
                  <a:txBody>
                    <a:bodyPr/>
                    <a:lstStyle/>
                    <a:p>
                      <a:pPr indent="0" lvl="0" marL="0" marR="0" rtl="0" algn="l">
                        <a:spcBef>
                          <a:spcPts val="0"/>
                        </a:spcBef>
                        <a:spcAft>
                          <a:spcPts val="0"/>
                        </a:spcAft>
                        <a:buNone/>
                      </a:pPr>
                      <a:r>
                        <a:rPr b="0" lang="da-DK" sz="975">
                          <a:solidFill>
                            <a:schemeClr val="dk2"/>
                          </a:solidFill>
                          <a:latin typeface="IBM Plex Sans"/>
                          <a:ea typeface="IBM Plex Sans"/>
                          <a:cs typeface="IBM Plex Sans"/>
                          <a:sym typeface="IBM Plex Sans"/>
                        </a:rPr>
                        <a:t>Kvinde</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{{women}}</a:t>
                      </a:r>
                      <a:endParaRPr b="0" sz="975"/>
                    </a:p>
                  </a:txBody>
                  <a:tcPr marT="10575" marB="105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40000">
                <a:tc>
                  <a:txBody>
                    <a:bodyPr/>
                    <a:lstStyle/>
                    <a:p>
                      <a:pPr indent="0" lvl="0" marL="0" marR="0" rtl="0" algn="l">
                        <a:spcBef>
                          <a:spcPts val="0"/>
                        </a:spcBef>
                        <a:spcAft>
                          <a:spcPts val="0"/>
                        </a:spcAft>
                        <a:buNone/>
                      </a:pPr>
                      <a:r>
                        <a:rPr b="0" lang="da-DK" sz="975">
                          <a:solidFill>
                            <a:schemeClr val="dk2"/>
                          </a:solidFill>
                          <a:latin typeface="IBM Plex Sans"/>
                          <a:ea typeface="IBM Plex Sans"/>
                          <a:cs typeface="IBM Plex Sans"/>
                          <a:sym typeface="IBM Plex Sans"/>
                        </a:rPr>
                        <a:t>Andet</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{{others}}</a:t>
                      </a:r>
                      <a:endParaRPr b="0" sz="975"/>
                    </a:p>
                  </a:txBody>
                  <a:tcPr marT="10575" marB="105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40000">
                <a:tc>
                  <a:txBody>
                    <a:bodyPr/>
                    <a:lstStyle/>
                    <a:p>
                      <a:pPr indent="0" lvl="0" marL="0" marR="0" rtl="0" algn="l">
                        <a:spcBef>
                          <a:spcPts val="0"/>
                        </a:spcBef>
                        <a:spcAft>
                          <a:spcPts val="0"/>
                        </a:spcAft>
                        <a:buNone/>
                      </a:pPr>
                      <a:r>
                        <a:rPr b="0" lang="da-DK" sz="975">
                          <a:solidFill>
                            <a:schemeClr val="dk2"/>
                          </a:solidFill>
                          <a:latin typeface="IBM Plex Sans"/>
                          <a:ea typeface="IBM Plex Sans"/>
                          <a:cs typeface="IBM Plex Sans"/>
                          <a:sym typeface="IBM Plex Sans"/>
                        </a:rPr>
                        <a:t>Ikke registreret</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{{not_registeret}}</a:t>
                      </a:r>
                      <a:endParaRPr b="0" sz="975"/>
                    </a:p>
                  </a:txBody>
                  <a:tcPr marT="10575" marB="105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40000">
                <a:tc>
                  <a:txBody>
                    <a:bodyPr/>
                    <a:lstStyle/>
                    <a:p>
                      <a:pPr indent="0" lvl="0" marL="0" marR="0" rtl="0" algn="l">
                        <a:spcBef>
                          <a:spcPts val="0"/>
                        </a:spcBef>
                        <a:spcAft>
                          <a:spcPts val="0"/>
                        </a:spcAft>
                        <a:buNone/>
                      </a:pPr>
                      <a:r>
                        <a:rPr b="0" lang="da-DK" sz="975">
                          <a:solidFill>
                            <a:schemeClr val="dk2"/>
                          </a:solidFill>
                          <a:latin typeface="IBM Plex Sans"/>
                          <a:ea typeface="IBM Plex Sans"/>
                          <a:cs typeface="IBM Plex Sans"/>
                          <a:sym typeface="IBM Plex Sans"/>
                        </a:rPr>
                        <a:t>Totalt antal ansatte</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{{total_employees}}</a:t>
                      </a:r>
                      <a:endParaRPr b="0" sz="975"/>
                    </a:p>
                  </a:txBody>
                  <a:tcPr marT="10575" marB="105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37" name="Google Shape;137;p8"/>
          <p:cNvSpPr txBox="1"/>
          <p:nvPr>
            <p:ph idx="12" type="sldNum"/>
          </p:nvPr>
        </p:nvSpPr>
        <p:spPr>
          <a:xfrm>
            <a:off x="5531035" y="10152285"/>
            <a:ext cx="1617485"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138" name="Google Shape;138;p8"/>
          <p:cNvSpPr txBox="1"/>
          <p:nvPr>
            <p:ph idx="11" type="ftr"/>
          </p:nvPr>
        </p:nvSpPr>
        <p:spPr>
          <a:xfrm>
            <a:off x="5000661" y="365760"/>
            <a:ext cx="2147858"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sp>
        <p:nvSpPr>
          <p:cNvPr id="139" name="Google Shape;139;p8"/>
          <p:cNvSpPr txBox="1"/>
          <p:nvPr/>
        </p:nvSpPr>
        <p:spPr>
          <a:xfrm>
            <a:off x="411480" y="1189771"/>
            <a:ext cx="6737040" cy="69247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rgbClr val="25595D"/>
              </a:buClr>
              <a:buSzPts val="975"/>
              <a:buFont typeface="Inter"/>
              <a:buNone/>
            </a:pPr>
            <a:r>
              <a:rPr b="0" i="0" lang="da-DK" sz="975" u="none" strike="noStrike">
                <a:solidFill>
                  <a:srgbClr val="25595D"/>
                </a:solidFill>
                <a:latin typeface="Inter"/>
                <a:ea typeface="Inter"/>
                <a:cs typeface="Inter"/>
                <a:sym typeface="Inter"/>
              </a:rPr>
              <a:t>Virksomheden har oplyst antallet af medarbejdere for følgende specifikationer: Type ansættelseskontrakt, hvor medarbejderne er opdelt i midlertidige og faste kontrakter; Køn, som giver indsigt i kønsfordelingen blandt medarbejderne; og ansættelseskontraktens land, hvilket er relevant, hvis virksomheden opererer i flere lande.</a:t>
            </a:r>
            <a:endParaRPr b="0" sz="975">
              <a:solidFill>
                <a:schemeClr val="dk1"/>
              </a:solidFill>
              <a:latin typeface="Inter"/>
              <a:ea typeface="Inter"/>
              <a:cs typeface="Inter"/>
              <a:sym typeface="Inter"/>
            </a:endParaRPr>
          </a:p>
          <a:p>
            <a:pPr indent="0" lvl="0" marL="0" marR="0" rtl="0" algn="l">
              <a:spcBef>
                <a:spcPts val="0"/>
              </a:spcBef>
              <a:spcAft>
                <a:spcPts val="0"/>
              </a:spcAft>
              <a:buClr>
                <a:schemeClr val="dk1"/>
              </a:buClr>
              <a:buSzPts val="975"/>
              <a:buFont typeface="Inter"/>
              <a:buNone/>
            </a:pPr>
            <a:br>
              <a:rPr lang="da-DK" sz="975">
                <a:solidFill>
                  <a:schemeClr val="dk1"/>
                </a:solidFill>
                <a:latin typeface="Inter"/>
                <a:ea typeface="Inter"/>
                <a:cs typeface="Inter"/>
                <a:sym typeface="Inter"/>
              </a:rPr>
            </a:br>
            <a:endParaRPr sz="975">
              <a:solidFill>
                <a:schemeClr val="dk1"/>
              </a:solidFill>
              <a:latin typeface="Inter"/>
              <a:ea typeface="Inter"/>
              <a:cs typeface="Inter"/>
              <a:sym typeface="Inter"/>
            </a:endParaRPr>
          </a:p>
        </p:txBody>
      </p:sp>
      <p:graphicFrame>
        <p:nvGraphicFramePr>
          <p:cNvPr id="140" name="Google Shape;140;p8"/>
          <p:cNvGraphicFramePr/>
          <p:nvPr/>
        </p:nvGraphicFramePr>
        <p:xfrm>
          <a:off x="411480" y="4271445"/>
          <a:ext cx="3000000" cy="3000000"/>
        </p:xfrm>
        <a:graphic>
          <a:graphicData uri="http://schemas.openxmlformats.org/drawingml/2006/table">
            <a:tbl>
              <a:tblPr firstRow="1">
                <a:noFill/>
                <a:tableStyleId>{E5686DB3-B821-445C-B3A6-515973651C61}</a:tableStyleId>
              </a:tblPr>
              <a:tblGrid>
                <a:gridCol w="3601475"/>
                <a:gridCol w="3135575"/>
              </a:tblGrid>
              <a:tr h="240000">
                <a:tc>
                  <a:txBody>
                    <a:bodyPr/>
                    <a:lstStyle/>
                    <a:p>
                      <a:pPr indent="0" lvl="0" marL="0" marR="0" rtl="0" algn="l">
                        <a:spcBef>
                          <a:spcPts val="0"/>
                        </a:spcBef>
                        <a:spcAft>
                          <a:spcPts val="0"/>
                        </a:spcAft>
                        <a:buNone/>
                      </a:pPr>
                      <a:r>
                        <a:rPr b="1" lang="da-DK" sz="975">
                          <a:solidFill>
                            <a:schemeClr val="dk2"/>
                          </a:solidFill>
                        </a:rPr>
                        <a:t>Land (hvor ansættelseskontrakten er indgået) </a:t>
                      </a:r>
                      <a:r>
                        <a:rPr b="0" lang="da-DK" sz="975">
                          <a:solidFill>
                            <a:schemeClr val="dk2"/>
                          </a:solidFill>
                        </a:rPr>
                        <a:t>(pkt. 40c)</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975">
                          <a:solidFill>
                            <a:schemeClr val="dk2"/>
                          </a:solidFill>
                        </a:rPr>
                        <a:t>Antal ansatte (antal personer eller fuldtidsækvivalenter)</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40000">
                <a:tc>
                  <a:txBody>
                    <a:bodyPr/>
                    <a:lstStyle/>
                    <a:p>
                      <a:pPr indent="0" lvl="0" marL="0" marR="0" rtl="0" algn="l">
                        <a:spcBef>
                          <a:spcPts val="0"/>
                        </a:spcBef>
                        <a:spcAft>
                          <a:spcPts val="0"/>
                        </a:spcAft>
                        <a:buNone/>
                      </a:pPr>
                      <a:r>
                        <a:rPr b="0" lang="da-DK" sz="975">
                          <a:solidFill>
                            <a:schemeClr val="dk2"/>
                          </a:solidFill>
                        </a:rPr>
                        <a:t>Danmark</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{{Denmark}}</a:t>
                      </a:r>
                      <a:endParaRPr b="0" sz="975"/>
                    </a:p>
                  </a:txBody>
                  <a:tcPr marT="10575" marB="105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40000">
                <a:tc>
                  <a:txBody>
                    <a:bodyPr/>
                    <a:lstStyle/>
                    <a:p>
                      <a:pPr indent="0" lvl="0" marL="0" marR="0" rtl="0" algn="l">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{{Land_b}}</a:t>
                      </a:r>
                      <a:endParaRPr b="0" sz="975"/>
                    </a:p>
                  </a:txBody>
                  <a:tcPr marT="10575" marB="105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a:t>
                      </a:r>
                      <a:r>
                        <a:rPr b="0" i="0" lang="da-DK" sz="975" u="none" strike="noStrike">
                          <a:solidFill>
                            <a:srgbClr val="1B4528"/>
                          </a:solidFill>
                        </a:rPr>
                        <a:t>FTE_eller_antal_personer_land_b</a:t>
                      </a:r>
                      <a:r>
                        <a:rPr b="0" i="0" lang="da-DK" sz="975" u="none" strike="noStrike">
                          <a:solidFill>
                            <a:srgbClr val="1B4528"/>
                          </a:solidFill>
                          <a:latin typeface="Inter"/>
                          <a:ea typeface="Inter"/>
                          <a:cs typeface="Inter"/>
                          <a:sym typeface="Inter"/>
                        </a:rPr>
                        <a:t>}}</a:t>
                      </a:r>
                      <a:endParaRPr b="0" sz="975"/>
                    </a:p>
                  </a:txBody>
                  <a:tcPr marT="10575" marB="105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40000">
                <a:tc>
                  <a:txBody>
                    <a:bodyPr/>
                    <a:lstStyle/>
                    <a:p>
                      <a:pPr indent="0" lvl="0" marL="0" marR="0" rtl="0" algn="l">
                        <a:spcBef>
                          <a:spcPts val="0"/>
                        </a:spcBef>
                        <a:spcAft>
                          <a:spcPts val="0"/>
                        </a:spcAft>
                        <a:buNone/>
                      </a:pPr>
                      <a:r>
                        <a:rPr b="0" lang="da-DK" sz="975">
                          <a:solidFill>
                            <a:schemeClr val="dk2"/>
                          </a:solidFill>
                        </a:rPr>
                        <a:t>Totalt antal ansatte</a:t>
                      </a:r>
                      <a:endParaRPr/>
                    </a:p>
                  </a:txBody>
                  <a:tcPr marT="18000" marB="18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{{Total_out_of_countries}}</a:t>
                      </a:r>
                      <a:endParaRPr b="0" sz="975"/>
                    </a:p>
                  </a:txBody>
                  <a:tcPr marT="10575" marB="105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9"/>
          <p:cNvSpPr txBox="1"/>
          <p:nvPr>
            <p:ph type="title"/>
          </p:nvPr>
        </p:nvSpPr>
        <p:spPr>
          <a:xfrm>
            <a:off x="423976" y="751839"/>
            <a:ext cx="6583504" cy="207741"/>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400"/>
              <a:buFont typeface="IBM Plex Sans"/>
              <a:buNone/>
            </a:pPr>
            <a:r>
              <a:rPr lang="da-DK"/>
              <a:t>Egen arbejdsstyrke: Sundhed og sikkerhed (B9)</a:t>
            </a:r>
            <a:endParaRPr/>
          </a:p>
        </p:txBody>
      </p:sp>
      <p:graphicFrame>
        <p:nvGraphicFramePr>
          <p:cNvPr id="146" name="Google Shape;146;p9"/>
          <p:cNvGraphicFramePr/>
          <p:nvPr/>
        </p:nvGraphicFramePr>
        <p:xfrm>
          <a:off x="411480" y="2566049"/>
          <a:ext cx="3000000" cy="3000000"/>
        </p:xfrm>
        <a:graphic>
          <a:graphicData uri="http://schemas.openxmlformats.org/drawingml/2006/table">
            <a:tbl>
              <a:tblPr firstRow="1">
                <a:noFill/>
                <a:tableStyleId>{E5686DB3-B821-445C-B3A6-515973651C61}</a:tableStyleId>
              </a:tblPr>
              <a:tblGrid>
                <a:gridCol w="1824875"/>
                <a:gridCol w="1470500"/>
              </a:tblGrid>
              <a:tr h="281600">
                <a:tc>
                  <a:txBody>
                    <a:bodyPr/>
                    <a:lstStyle/>
                    <a:p>
                      <a:pPr indent="0" lvl="0" marL="0" marR="0" rtl="0" algn="l">
                        <a:lnSpc>
                          <a:spcPct val="100000"/>
                        </a:lnSpc>
                        <a:spcBef>
                          <a:spcPts val="0"/>
                        </a:spcBef>
                        <a:spcAft>
                          <a:spcPts val="0"/>
                        </a:spcAft>
                        <a:buClr>
                          <a:schemeClr val="dk2"/>
                        </a:buClr>
                        <a:buSzPts val="975"/>
                        <a:buFont typeface="IBM Plex Sans"/>
                        <a:buNone/>
                      </a:pPr>
                      <a:r>
                        <a:rPr b="1" lang="da-DK" sz="975">
                          <a:solidFill>
                            <a:schemeClr val="dk2"/>
                          </a:solidFill>
                        </a:rPr>
                        <a:t>Registrerede arbejdsulykker </a:t>
                      </a:r>
                      <a:r>
                        <a:rPr b="0" lang="da-DK" sz="975">
                          <a:solidFill>
                            <a:schemeClr val="dk2"/>
                          </a:solidFill>
                        </a:rPr>
                        <a:t>(pkt. 41a)</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975"/>
                        <a:buFont typeface="IBM Plex Sans"/>
                        <a:buNone/>
                      </a:pPr>
                      <a:r>
                        <a:rPr b="1" lang="da-DK" sz="975">
                          <a:solidFill>
                            <a:schemeClr val="dk2"/>
                          </a:solidFill>
                        </a:rPr>
                        <a:t>År</a:t>
                      </a:r>
                      <a:r>
                        <a:rPr b="1" lang="da-DK" sz="975">
                          <a:solidFill>
                            <a:srgbClr val="1B4528"/>
                          </a:solidFill>
                          <a:latin typeface="Calibri"/>
                          <a:ea typeface="Calibri"/>
                          <a:cs typeface="Calibri"/>
                          <a:sym typeface="Calibri"/>
                        </a:rPr>
                        <a:t> {{insert_year}}</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81600">
                <a:tc>
                  <a:txBody>
                    <a:bodyPr/>
                    <a:lstStyle/>
                    <a:p>
                      <a:pPr indent="0" lvl="0" marL="0" marR="0" rtl="0" algn="l">
                        <a:spcBef>
                          <a:spcPts val="0"/>
                        </a:spcBef>
                        <a:spcAft>
                          <a:spcPts val="0"/>
                        </a:spcAft>
                        <a:buNone/>
                      </a:pPr>
                      <a:r>
                        <a:rPr b="0" lang="da-DK" sz="975">
                          <a:solidFill>
                            <a:schemeClr val="dk2"/>
                          </a:solidFill>
                        </a:rPr>
                        <a:t>Antal</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975"/>
                        <a:buFont typeface="Inter"/>
                        <a:buNone/>
                      </a:pPr>
                      <a:r>
                        <a:rPr b="0" i="0" lang="da-DK" sz="975" u="none" cap="none" strike="noStrike">
                          <a:solidFill>
                            <a:srgbClr val="1B4528"/>
                          </a:solidFill>
                          <a:latin typeface="Inter"/>
                          <a:ea typeface="Inter"/>
                          <a:cs typeface="Inter"/>
                          <a:sym typeface="Inter"/>
                        </a:rPr>
                        <a:t>{{indsat_antal_accidents}}</a:t>
                      </a:r>
                      <a:endParaRPr b="0" i="0" sz="975" u="none" cap="none" strike="noStrike">
                        <a:solidFill>
                          <a:srgbClr val="1B4528"/>
                        </a:solidFill>
                        <a:latin typeface="Inter"/>
                        <a:ea typeface="Inter"/>
                        <a:cs typeface="Inter"/>
                        <a:sym typeface="Inte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81600">
                <a:tc>
                  <a:txBody>
                    <a:bodyPr/>
                    <a:lstStyle/>
                    <a:p>
                      <a:pPr indent="0" lvl="0" marL="0" marR="0" rtl="0" algn="l">
                        <a:spcBef>
                          <a:spcPts val="0"/>
                        </a:spcBef>
                        <a:spcAft>
                          <a:spcPts val="0"/>
                        </a:spcAft>
                        <a:buNone/>
                      </a:pPr>
                      <a:r>
                        <a:rPr b="0" lang="da-DK" sz="975">
                          <a:solidFill>
                            <a:schemeClr val="dk2"/>
                          </a:solidFill>
                        </a:rPr>
                        <a:t>Frekvens</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975"/>
                        <a:buFont typeface="Inter"/>
                        <a:buNone/>
                      </a:pPr>
                      <a:r>
                        <a:rPr b="0" i="0" lang="da-DK" sz="975" u="none" cap="none" strike="noStrike">
                          <a:solidFill>
                            <a:srgbClr val="1B4528"/>
                          </a:solidFill>
                          <a:latin typeface="Inter"/>
                          <a:ea typeface="Inter"/>
                          <a:cs typeface="Inter"/>
                          <a:sym typeface="Inter"/>
                        </a:rPr>
                        <a:t>{{indsat_accidents_frequents}}</a:t>
                      </a:r>
                      <a:endParaRPr b="0" i="0" sz="975" u="none" cap="none" strike="noStrike">
                        <a:solidFill>
                          <a:srgbClr val="1B4528"/>
                        </a:solidFill>
                        <a:latin typeface="Inter"/>
                        <a:ea typeface="Inter"/>
                        <a:cs typeface="Inter"/>
                        <a:sym typeface="Inte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47" name="Google Shape;147;p9"/>
          <p:cNvGraphicFramePr/>
          <p:nvPr/>
        </p:nvGraphicFramePr>
        <p:xfrm>
          <a:off x="3853152" y="2566050"/>
          <a:ext cx="3000000" cy="3000000"/>
        </p:xfrm>
        <a:graphic>
          <a:graphicData uri="http://schemas.openxmlformats.org/drawingml/2006/table">
            <a:tbl>
              <a:tblPr firstRow="1">
                <a:noFill/>
                <a:tableStyleId>{E5686DB3-B821-445C-B3A6-515973651C61}</a:tableStyleId>
              </a:tblPr>
              <a:tblGrid>
                <a:gridCol w="2276425"/>
                <a:gridCol w="1018950"/>
              </a:tblGrid>
              <a:tr h="276775">
                <a:tc>
                  <a:txBody>
                    <a:bodyPr/>
                    <a:lstStyle/>
                    <a:p>
                      <a:pPr indent="0" lvl="0" marL="0" marR="0" rtl="0" algn="l">
                        <a:lnSpc>
                          <a:spcPct val="100000"/>
                        </a:lnSpc>
                        <a:spcBef>
                          <a:spcPts val="0"/>
                        </a:spcBef>
                        <a:spcAft>
                          <a:spcPts val="0"/>
                        </a:spcAft>
                        <a:buClr>
                          <a:schemeClr val="dk2"/>
                        </a:buClr>
                        <a:buSzPts val="975"/>
                        <a:buFont typeface="IBM Plex Sans"/>
                        <a:buNone/>
                      </a:pPr>
                      <a:r>
                        <a:rPr b="1" lang="da-DK" sz="975">
                          <a:solidFill>
                            <a:schemeClr val="dk2"/>
                          </a:solidFill>
                        </a:rPr>
                        <a:t>Arbejdsrelaterede dødsfald </a:t>
                      </a:r>
                      <a:r>
                        <a:rPr b="0" lang="da-DK" sz="975">
                          <a:solidFill>
                            <a:schemeClr val="dk2"/>
                          </a:solidFill>
                        </a:rPr>
                        <a:t>(pkt. 41b)</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975"/>
                        <a:buFont typeface="IBM Plex Sans"/>
                        <a:buNone/>
                      </a:pPr>
                      <a:r>
                        <a:rPr b="1" lang="da-DK" sz="975">
                          <a:solidFill>
                            <a:schemeClr val="dk2"/>
                          </a:solidFill>
                        </a:rPr>
                        <a:t>År</a:t>
                      </a:r>
                      <a:r>
                        <a:rPr b="1" lang="da-DK" sz="975">
                          <a:solidFill>
                            <a:srgbClr val="1B4528"/>
                          </a:solidFill>
                          <a:latin typeface="Calibri"/>
                          <a:ea typeface="Calibri"/>
                          <a:cs typeface="Calibri"/>
                          <a:sym typeface="Calibri"/>
                        </a:rPr>
                        <a:t> {{insert_year}}</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76775">
                <a:tc>
                  <a:txBody>
                    <a:bodyPr/>
                    <a:lstStyle/>
                    <a:p>
                      <a:pPr indent="0" lvl="0" marL="0" marR="0" rtl="0" algn="l">
                        <a:spcBef>
                          <a:spcPts val="0"/>
                        </a:spcBef>
                        <a:spcAft>
                          <a:spcPts val="0"/>
                        </a:spcAft>
                        <a:buNone/>
                      </a:pPr>
                      <a:r>
                        <a:rPr b="0" lang="da-DK" sz="975">
                          <a:solidFill>
                            <a:schemeClr val="dk2"/>
                          </a:solidFill>
                        </a:rPr>
                        <a:t>Som følge af arbejdsskade/-ulykke</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975"/>
                        <a:buFont typeface="Inter"/>
                        <a:buNone/>
                      </a:pPr>
                      <a:r>
                        <a:rPr b="0" i="0" lang="da-DK" sz="975" u="none" cap="none" strike="noStrike">
                          <a:solidFill>
                            <a:srgbClr val="1B4528"/>
                          </a:solidFill>
                          <a:latin typeface="Inter"/>
                          <a:ea typeface="Inter"/>
                          <a:cs typeface="Inter"/>
                          <a:sym typeface="Inter"/>
                        </a:rPr>
                        <a:t>{{deaths_by_accidents}}</a:t>
                      </a:r>
                      <a:endParaRPr b="0" i="0" sz="975" u="none" cap="none" strike="noStrike">
                        <a:solidFill>
                          <a:srgbClr val="1B4528"/>
                        </a:solidFill>
                        <a:latin typeface="Inter"/>
                        <a:ea typeface="Inter"/>
                        <a:cs typeface="Inter"/>
                        <a:sym typeface="Inte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76775">
                <a:tc>
                  <a:txBody>
                    <a:bodyPr/>
                    <a:lstStyle/>
                    <a:p>
                      <a:pPr indent="0" lvl="0" marL="0" marR="0" rtl="0" algn="l">
                        <a:spcBef>
                          <a:spcPts val="0"/>
                        </a:spcBef>
                        <a:spcAft>
                          <a:spcPts val="0"/>
                        </a:spcAft>
                        <a:buNone/>
                      </a:pPr>
                      <a:r>
                        <a:rPr b="0" lang="da-DK" sz="975">
                          <a:solidFill>
                            <a:schemeClr val="dk2"/>
                          </a:solidFill>
                        </a:rPr>
                        <a:t>Som følge af arbejdsrelateret dårligt helbred</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975"/>
                        <a:buFont typeface="Inter"/>
                        <a:buNone/>
                      </a:pPr>
                      <a:r>
                        <a:rPr b="0" i="0" lang="da-DK" sz="975" u="none" cap="none" strike="noStrike">
                          <a:solidFill>
                            <a:srgbClr val="1B4528"/>
                          </a:solidFill>
                          <a:latin typeface="Inter"/>
                          <a:ea typeface="Inter"/>
                          <a:cs typeface="Inter"/>
                          <a:sym typeface="Inter"/>
                        </a:rPr>
                        <a:t>{{deaths_by_health}}</a:t>
                      </a:r>
                      <a:endParaRPr b="0" i="0" sz="975" u="none" cap="none" strike="noStrike">
                        <a:solidFill>
                          <a:srgbClr val="1B4528"/>
                        </a:solidFill>
                        <a:latin typeface="Inter"/>
                        <a:ea typeface="Inter"/>
                        <a:cs typeface="Inter"/>
                        <a:sym typeface="Inte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48" name="Google Shape;148;p9"/>
          <p:cNvSpPr txBox="1"/>
          <p:nvPr>
            <p:ph idx="12" type="sldNum"/>
          </p:nvPr>
        </p:nvSpPr>
        <p:spPr>
          <a:xfrm>
            <a:off x="5531035" y="10152285"/>
            <a:ext cx="1617485"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149" name="Google Shape;149;p9"/>
          <p:cNvSpPr txBox="1"/>
          <p:nvPr>
            <p:ph idx="11" type="ftr"/>
          </p:nvPr>
        </p:nvSpPr>
        <p:spPr>
          <a:xfrm>
            <a:off x="5000661" y="365760"/>
            <a:ext cx="2147858"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sp>
        <p:nvSpPr>
          <p:cNvPr id="150" name="Google Shape;150;p9"/>
          <p:cNvSpPr txBox="1"/>
          <p:nvPr/>
        </p:nvSpPr>
        <p:spPr>
          <a:xfrm>
            <a:off x="411480" y="1499447"/>
            <a:ext cx="6737040" cy="69247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975"/>
              <a:buFont typeface="Inter"/>
              <a:buNone/>
            </a:pPr>
            <a:r>
              <a:rPr b="0" i="0" lang="da-DK" sz="975" u="none" strike="noStrike">
                <a:solidFill>
                  <a:schemeClr val="dk2"/>
                </a:solidFill>
                <a:latin typeface="Inter"/>
                <a:ea typeface="Inter"/>
                <a:cs typeface="Inter"/>
                <a:sym typeface="Inter"/>
              </a:rPr>
              <a:t>Virksomheden har givet oplysninger om antallet af registrerede arbejdsulykker og arbejdsrelaterede dødsfald for følgende specifikationer: Antal og hyppighed. Derudover, om arbejdsrelaterede dødsfald skyldes arbejdsskader/arbejdsulykker eller dårligt helbred.</a:t>
            </a:r>
            <a:endParaRPr b="0" sz="975">
              <a:solidFill>
                <a:schemeClr val="dk2"/>
              </a:solidFill>
              <a:latin typeface="Inter"/>
              <a:ea typeface="Inter"/>
              <a:cs typeface="Inter"/>
              <a:sym typeface="Inter"/>
            </a:endParaRPr>
          </a:p>
          <a:p>
            <a:pPr indent="0" lvl="0" marL="0" marR="0" rtl="0" algn="l">
              <a:spcBef>
                <a:spcPts val="0"/>
              </a:spcBef>
              <a:spcAft>
                <a:spcPts val="0"/>
              </a:spcAft>
              <a:buClr>
                <a:schemeClr val="dk2"/>
              </a:buClr>
              <a:buSzPts val="975"/>
              <a:buFont typeface="Inter"/>
              <a:buNone/>
            </a:pPr>
            <a:br>
              <a:rPr lang="da-DK" sz="975">
                <a:solidFill>
                  <a:schemeClr val="dk2"/>
                </a:solidFill>
                <a:latin typeface="Inter"/>
                <a:ea typeface="Inter"/>
                <a:cs typeface="Inter"/>
                <a:sym typeface="Inter"/>
              </a:rPr>
            </a:br>
            <a:endParaRPr sz="975">
              <a:solidFill>
                <a:schemeClr val="dk2"/>
              </a:solidFill>
              <a:latin typeface="Inter"/>
              <a:ea typeface="Inter"/>
              <a:cs typeface="Inter"/>
              <a:sym typeface="Inter"/>
            </a:endParaRPr>
          </a:p>
        </p:txBody>
      </p:sp>
      <p:sp>
        <p:nvSpPr>
          <p:cNvPr id="151" name="Google Shape;151;p9"/>
          <p:cNvSpPr txBox="1"/>
          <p:nvPr/>
        </p:nvSpPr>
        <p:spPr>
          <a:xfrm>
            <a:off x="411480" y="4523168"/>
            <a:ext cx="6737040" cy="207741"/>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475"/>
              <a:buFont typeface="IBM Plex Sans"/>
              <a:buNone/>
            </a:pPr>
            <a:r>
              <a:rPr b="1" lang="da-DK" sz="1475">
                <a:solidFill>
                  <a:schemeClr val="dk2"/>
                </a:solidFill>
                <a:latin typeface="IBM Plex Sans"/>
                <a:ea typeface="IBM Plex Sans"/>
                <a:cs typeface="IBM Plex Sans"/>
                <a:sym typeface="IBM Plex Sans"/>
              </a:rPr>
              <a:t>Egen arbejdsstyrke: Vederlag, overenskomster og uddannelse (B10)</a:t>
            </a:r>
            <a:endParaRPr/>
          </a:p>
        </p:txBody>
      </p:sp>
      <p:graphicFrame>
        <p:nvGraphicFramePr>
          <p:cNvPr id="152" name="Google Shape;152;p9"/>
          <p:cNvGraphicFramePr/>
          <p:nvPr/>
        </p:nvGraphicFramePr>
        <p:xfrm>
          <a:off x="3853152" y="6184477"/>
          <a:ext cx="3000000" cy="3000000"/>
        </p:xfrm>
        <a:graphic>
          <a:graphicData uri="http://schemas.openxmlformats.org/drawingml/2006/table">
            <a:tbl>
              <a:tblPr firstRow="1">
                <a:noFill/>
                <a:tableStyleId>{E5686DB3-B821-445C-B3A6-515973651C61}</a:tableStyleId>
              </a:tblPr>
              <a:tblGrid>
                <a:gridCol w="2292975"/>
                <a:gridCol w="1002375"/>
              </a:tblGrid>
              <a:tr h="447450">
                <a:tc rowSpan="2">
                  <a:txBody>
                    <a:bodyPr/>
                    <a:lstStyle/>
                    <a:p>
                      <a:pPr indent="0" lvl="0" marL="0" marR="0" rtl="0" algn="l">
                        <a:lnSpc>
                          <a:spcPct val="100000"/>
                        </a:lnSpc>
                        <a:spcBef>
                          <a:spcPts val="0"/>
                        </a:spcBef>
                        <a:spcAft>
                          <a:spcPts val="0"/>
                        </a:spcAft>
                        <a:buClr>
                          <a:schemeClr val="dk2"/>
                        </a:buClr>
                        <a:buSzPts val="975"/>
                        <a:buFont typeface="IBM Plex Sans"/>
                        <a:buNone/>
                      </a:pPr>
                      <a:r>
                        <a:rPr b="1" lang="da-DK" sz="975">
                          <a:solidFill>
                            <a:schemeClr val="dk2"/>
                          </a:solidFill>
                        </a:rPr>
                        <a:t>Lønforskel mellem mandlige og kvindelige ansatte </a:t>
                      </a:r>
                      <a:r>
                        <a:rPr b="0" lang="da-DK" sz="975">
                          <a:solidFill>
                            <a:schemeClr val="dk2"/>
                          </a:solidFill>
                        </a:rPr>
                        <a:t>(pkt. 42b)</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975"/>
                        <a:buFont typeface="IBM Plex Sans"/>
                        <a:buNone/>
                      </a:pPr>
                      <a:r>
                        <a:rPr b="1" lang="da-DK" sz="975">
                          <a:solidFill>
                            <a:schemeClr val="dk2"/>
                          </a:solidFill>
                        </a:rPr>
                        <a:t>År</a:t>
                      </a:r>
                      <a:r>
                        <a:rPr b="1" lang="da-DK" sz="975">
                          <a:solidFill>
                            <a:srgbClr val="1B4528"/>
                          </a:solidFill>
                          <a:latin typeface="Calibri"/>
                          <a:ea typeface="Calibri"/>
                          <a:cs typeface="Calibri"/>
                          <a:sym typeface="Calibri"/>
                        </a:rPr>
                        <a:t> </a:t>
                      </a:r>
                      <a:r>
                        <a:rPr b="1" lang="da-DK" sz="975">
                          <a:solidFill>
                            <a:srgbClr val="1B4528"/>
                          </a:solidFill>
                        </a:rPr>
                        <a:t>{{insert_year}}</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564075">
                <a:tc vMerge="1"/>
                <a:tc>
                  <a:txBody>
                    <a:bodyPr/>
                    <a:lstStyle/>
                    <a:p>
                      <a:pPr indent="0" lvl="0" marL="0" marR="0" rtl="0" algn="r">
                        <a:spcBef>
                          <a:spcPts val="0"/>
                        </a:spcBef>
                        <a:spcAft>
                          <a:spcPts val="0"/>
                        </a:spcAft>
                        <a:buNone/>
                      </a:pPr>
                      <a:r>
                        <a:rPr b="0" lang="da-DK" sz="975">
                          <a:solidFill>
                            <a:srgbClr val="1B4528"/>
                          </a:solidFill>
                        </a:rPr>
                        <a:t>{{indsat_procentvise_lonforskel}}</a:t>
                      </a:r>
                      <a:endParaRPr/>
                    </a:p>
                  </a:txBody>
                  <a:tcPr marT="30000" marB="30000" marR="30000" marL="30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53" name="Google Shape;153;p9"/>
          <p:cNvGraphicFramePr/>
          <p:nvPr/>
        </p:nvGraphicFramePr>
        <p:xfrm>
          <a:off x="411480" y="6184480"/>
          <a:ext cx="3000000" cy="3000000"/>
        </p:xfrm>
        <a:graphic>
          <a:graphicData uri="http://schemas.openxmlformats.org/drawingml/2006/table">
            <a:tbl>
              <a:tblPr firstRow="1">
                <a:noFill/>
                <a:tableStyleId>{E5686DB3-B821-445C-B3A6-515973651C61}</a:tableStyleId>
              </a:tblPr>
              <a:tblGrid>
                <a:gridCol w="1807925"/>
                <a:gridCol w="762800"/>
                <a:gridCol w="724650"/>
              </a:tblGrid>
              <a:tr h="172075">
                <a:tc>
                  <a:txBody>
                    <a:bodyPr/>
                    <a:lstStyle/>
                    <a:p>
                      <a:pPr indent="0" lvl="0" marL="0" marR="0" rtl="0" algn="l">
                        <a:spcBef>
                          <a:spcPts val="0"/>
                        </a:spcBef>
                        <a:spcAft>
                          <a:spcPts val="0"/>
                        </a:spcAft>
                        <a:buNone/>
                      </a:pPr>
                      <a:r>
                        <a:rPr b="1" lang="da-DK" sz="975">
                          <a:solidFill>
                            <a:schemeClr val="dk2"/>
                          </a:solidFill>
                        </a:rPr>
                        <a:t>Oplysninger om minimumsløn </a:t>
                      </a:r>
                      <a:r>
                        <a:rPr b="0" lang="da-DK" sz="975">
                          <a:solidFill>
                            <a:schemeClr val="dk2"/>
                          </a:solidFill>
                        </a:rPr>
                        <a:t>(42a)</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a-DK" sz="975">
                          <a:solidFill>
                            <a:schemeClr val="dk2"/>
                          </a:solidFill>
                        </a:rPr>
                        <a:t>Ja</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a-DK" sz="975">
                          <a:solidFill>
                            <a:schemeClr val="dk2"/>
                          </a:solidFill>
                        </a:rPr>
                        <a:t>Nej</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19000">
                <a:tc>
                  <a:txBody>
                    <a:bodyPr/>
                    <a:lstStyle/>
                    <a:p>
                      <a:pPr indent="0" lvl="0" marL="0" marR="0" rtl="0" algn="l">
                        <a:spcBef>
                          <a:spcPts val="0"/>
                        </a:spcBef>
                        <a:spcAft>
                          <a:spcPts val="0"/>
                        </a:spcAft>
                        <a:buNone/>
                      </a:pPr>
                      <a:r>
                        <a:rPr b="0" lang="da-DK" sz="975">
                          <a:solidFill>
                            <a:schemeClr val="dk2"/>
                          </a:solidFill>
                        </a:rPr>
                        <a:t>I virksomheden modtager alle ansatte en løn, der som minimum er på niveau med minimumslønnen </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{{minumum_wage_yes?}}</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{{minimum_wage_no?}}</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54" name="Google Shape;154;p9"/>
          <p:cNvGraphicFramePr/>
          <p:nvPr/>
        </p:nvGraphicFramePr>
        <p:xfrm>
          <a:off x="411480" y="7680581"/>
          <a:ext cx="3000000" cy="3000000"/>
        </p:xfrm>
        <a:graphic>
          <a:graphicData uri="http://schemas.openxmlformats.org/drawingml/2006/table">
            <a:tbl>
              <a:tblPr firstRow="1">
                <a:noFill/>
                <a:tableStyleId>{E5686DB3-B821-445C-B3A6-515973651C61}</a:tableStyleId>
              </a:tblPr>
              <a:tblGrid>
                <a:gridCol w="1821125"/>
                <a:gridCol w="1474250"/>
              </a:tblGrid>
              <a:tr h="454225">
                <a:tc>
                  <a:txBody>
                    <a:bodyPr/>
                    <a:lstStyle/>
                    <a:p>
                      <a:pPr indent="0" lvl="0" marL="0" marR="0" rtl="0" algn="l">
                        <a:lnSpc>
                          <a:spcPct val="100000"/>
                        </a:lnSpc>
                        <a:spcBef>
                          <a:spcPts val="0"/>
                        </a:spcBef>
                        <a:spcAft>
                          <a:spcPts val="0"/>
                        </a:spcAft>
                        <a:buClr>
                          <a:schemeClr val="dk2"/>
                        </a:buClr>
                        <a:buSzPts val="975"/>
                        <a:buFont typeface="IBM Plex Sans"/>
                        <a:buNone/>
                      </a:pPr>
                      <a:r>
                        <a:rPr b="1" lang="da-DK" sz="975">
                          <a:solidFill>
                            <a:schemeClr val="dk2"/>
                          </a:solidFill>
                        </a:rPr>
                        <a:t>Kollektiv overenskomst </a:t>
                      </a:r>
                      <a:r>
                        <a:rPr b="0" lang="da-DK" sz="975">
                          <a:solidFill>
                            <a:schemeClr val="dk2"/>
                          </a:solidFill>
                        </a:rPr>
                        <a:t>(pkt. 42c)</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975"/>
                        <a:buFont typeface="IBM Plex Sans"/>
                        <a:buNone/>
                      </a:pPr>
                      <a:r>
                        <a:rPr b="1" lang="da-DK" sz="975">
                          <a:solidFill>
                            <a:schemeClr val="dk2"/>
                          </a:solidFill>
                        </a:rPr>
                        <a:t>År</a:t>
                      </a:r>
                      <a:r>
                        <a:rPr b="1" lang="da-DK" sz="975">
                          <a:solidFill>
                            <a:srgbClr val="1B4528"/>
                          </a:solidFill>
                          <a:latin typeface="Calibri"/>
                          <a:ea typeface="Calibri"/>
                          <a:cs typeface="Calibri"/>
                          <a:sym typeface="Calibri"/>
                        </a:rPr>
                        <a:t> {{insert_year}}</a:t>
                      </a:r>
                      <a:endParaRPr b="1" sz="975">
                        <a:solidFill>
                          <a:srgbClr val="1B4528"/>
                        </a:solidFill>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17875">
                <a:tc>
                  <a:txBody>
                    <a:bodyPr/>
                    <a:lstStyle/>
                    <a:p>
                      <a:pPr indent="0" lvl="0" marL="0" marR="0" rtl="0" algn="l">
                        <a:lnSpc>
                          <a:spcPct val="100000"/>
                        </a:lnSpc>
                        <a:spcBef>
                          <a:spcPts val="0"/>
                        </a:spcBef>
                        <a:spcAft>
                          <a:spcPts val="0"/>
                        </a:spcAft>
                        <a:buClr>
                          <a:schemeClr val="dk2"/>
                        </a:buClr>
                        <a:buSzPts val="975"/>
                        <a:buFont typeface="IBM Plex Sans"/>
                        <a:buNone/>
                      </a:pPr>
                      <a:r>
                        <a:rPr b="0" lang="da-DK" sz="975">
                          <a:solidFill>
                            <a:schemeClr val="dk2"/>
                          </a:solidFill>
                        </a:rPr>
                        <a:t>Procentvis ansatte, der er dækket af en kollektiv overenskomst</a:t>
                      </a:r>
                      <a:endParaRPr b="0" i="0" sz="975" u="none" cap="none" strike="noStrike">
                        <a:solidFill>
                          <a:srgbClr val="1B4528"/>
                        </a:solidFill>
                        <a:latin typeface="IBM Plex Sans"/>
                        <a:ea typeface="IBM Plex Sans"/>
                        <a:cs typeface="IBM Plex Sans"/>
                        <a:sym typeface="IBM Plex Sans"/>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lnSpc>
                          <a:spcPct val="100000"/>
                        </a:lnSpc>
                        <a:spcBef>
                          <a:spcPts val="0"/>
                        </a:spcBef>
                        <a:spcAft>
                          <a:spcPts val="0"/>
                        </a:spcAft>
                        <a:buClr>
                          <a:srgbClr val="1B4528"/>
                        </a:buClr>
                        <a:buSzPts val="975"/>
                        <a:buFont typeface="IBM Plex Sans"/>
                        <a:buNone/>
                      </a:pPr>
                      <a:r>
                        <a:rPr b="0" i="0" lang="da-DK" sz="975" u="none" cap="none" strike="noStrike">
                          <a:solidFill>
                            <a:srgbClr val="1B4528"/>
                          </a:solidFill>
                          <a:latin typeface="IBM Plex Sans"/>
                          <a:ea typeface="IBM Plex Sans"/>
                          <a:cs typeface="IBM Plex Sans"/>
                          <a:sym typeface="IBM Plex Sans"/>
                        </a:rPr>
                        <a:t>{{indsat_procentvis_ansatte}}</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55" name="Google Shape;155;p9"/>
          <p:cNvGraphicFramePr/>
          <p:nvPr/>
        </p:nvGraphicFramePr>
        <p:xfrm>
          <a:off x="3853152" y="7680580"/>
          <a:ext cx="3000000" cy="3000000"/>
        </p:xfrm>
        <a:graphic>
          <a:graphicData uri="http://schemas.openxmlformats.org/drawingml/2006/table">
            <a:tbl>
              <a:tblPr firstRow="1">
                <a:noFill/>
                <a:tableStyleId>{E5686DB3-B821-445C-B3A6-515973651C61}</a:tableStyleId>
              </a:tblPr>
              <a:tblGrid>
                <a:gridCol w="2294250"/>
                <a:gridCol w="1001125"/>
              </a:tblGrid>
              <a:tr h="395300">
                <a:tc>
                  <a:txBody>
                    <a:bodyPr/>
                    <a:lstStyle/>
                    <a:p>
                      <a:pPr indent="0" lvl="0" marL="0" marR="0" rtl="0" algn="l">
                        <a:spcBef>
                          <a:spcPts val="0"/>
                        </a:spcBef>
                        <a:spcAft>
                          <a:spcPts val="0"/>
                        </a:spcAft>
                        <a:buNone/>
                      </a:pPr>
                      <a:r>
                        <a:rPr b="1" lang="da-DK" sz="975">
                          <a:solidFill>
                            <a:schemeClr val="dk2"/>
                          </a:solidFill>
                        </a:rPr>
                        <a:t>Uddannelsestimer i gennemsnit pr. ansat </a:t>
                      </a:r>
                      <a:r>
                        <a:rPr b="0" lang="da-DK" sz="975">
                          <a:solidFill>
                            <a:schemeClr val="dk2"/>
                          </a:solidFill>
                        </a:rPr>
                        <a:t>(pkt. 42d)</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975"/>
                        <a:buFont typeface="IBM Plex Sans"/>
                        <a:buNone/>
                      </a:pPr>
                      <a:r>
                        <a:rPr b="1" lang="da-DK" sz="975">
                          <a:solidFill>
                            <a:schemeClr val="dk2"/>
                          </a:solidFill>
                        </a:rPr>
                        <a:t>År</a:t>
                      </a:r>
                      <a:r>
                        <a:rPr b="1" lang="da-DK" sz="975">
                          <a:solidFill>
                            <a:srgbClr val="1B4528"/>
                          </a:solidFill>
                          <a:latin typeface="Calibri"/>
                          <a:ea typeface="Calibri"/>
                          <a:cs typeface="Calibri"/>
                          <a:sym typeface="Calibri"/>
                        </a:rPr>
                        <a:t> {{insert_year}}</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564700">
                <a:tc>
                  <a:txBody>
                    <a:bodyPr/>
                    <a:lstStyle/>
                    <a:p>
                      <a:pPr indent="0" lvl="0" marL="0" marR="0" rtl="0" algn="l">
                        <a:spcBef>
                          <a:spcPts val="0"/>
                        </a:spcBef>
                        <a:spcAft>
                          <a:spcPts val="0"/>
                        </a:spcAft>
                        <a:buNone/>
                      </a:pPr>
                      <a:r>
                        <a:rPr b="0" lang="da-DK" sz="975">
                          <a:solidFill>
                            <a:schemeClr val="dk2"/>
                          </a:solidFill>
                        </a:rPr>
                        <a:t>Time(r) pr. ansat</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{{gennemsnitstimer}}</a:t>
                      </a:r>
                      <a:endParaRPr b="0" sz="975"/>
                    </a:p>
                  </a:txBody>
                  <a:tcPr marT="15875" marB="15875" marR="15875" marL="158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56" name="Google Shape;156;p9"/>
          <p:cNvSpPr txBox="1"/>
          <p:nvPr/>
        </p:nvSpPr>
        <p:spPr>
          <a:xfrm>
            <a:off x="411480" y="5104448"/>
            <a:ext cx="6737040" cy="8463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975"/>
              <a:buFont typeface="Inter"/>
              <a:buNone/>
            </a:pPr>
            <a:r>
              <a:rPr b="0" i="0" lang="da-DK" sz="975" u="none" strike="noStrike">
                <a:solidFill>
                  <a:schemeClr val="dk2"/>
                </a:solidFill>
                <a:latin typeface="Inter"/>
                <a:ea typeface="Inter"/>
                <a:cs typeface="Inter"/>
                <a:sym typeface="Inter"/>
              </a:rPr>
              <a:t>Virksomheden har angivet oplysninger om minimumsløn samt oplyst procentdelen af medarbejdere, der er omfattet af kollektive overenskomster, og det gennemsnitlige antal uddannelsestimer pr. medarbejder pr. år, opdelt efter køn. Hvis virksomheden allerede i henhold til EU-lovgivningen 8 eller andre nationale bestemmelser er forpligtet til at indberette den procentvise lønforskel mellem sine kvindelige og mandlige medarbejdere, skal den oplyse dette.</a:t>
            </a:r>
            <a:endParaRPr/>
          </a:p>
          <a:p>
            <a:pPr indent="0" lvl="0" marL="0" marR="0" rtl="0" algn="l">
              <a:spcBef>
                <a:spcPts val="0"/>
              </a:spcBef>
              <a:spcAft>
                <a:spcPts val="0"/>
              </a:spcAft>
              <a:buClr>
                <a:schemeClr val="dk2"/>
              </a:buClr>
              <a:buSzPts val="975"/>
              <a:buFont typeface="Inter"/>
              <a:buNone/>
            </a:pPr>
            <a:br>
              <a:rPr lang="da-DK" sz="975">
                <a:solidFill>
                  <a:schemeClr val="dk2"/>
                </a:solidFill>
                <a:latin typeface="Inter"/>
                <a:ea typeface="Inter"/>
                <a:cs typeface="Inter"/>
                <a:sym typeface="Inter"/>
              </a:rPr>
            </a:br>
            <a:endParaRPr sz="975">
              <a:solidFill>
                <a:schemeClr val="dk2"/>
              </a:solidFill>
              <a:latin typeface="Inter"/>
              <a:ea typeface="Inter"/>
              <a:cs typeface="Inter"/>
              <a:sym typeface="Inte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10"/>
          <p:cNvSpPr txBox="1"/>
          <p:nvPr>
            <p:ph type="title"/>
          </p:nvPr>
        </p:nvSpPr>
        <p:spPr>
          <a:xfrm>
            <a:off x="423976" y="751839"/>
            <a:ext cx="6583504" cy="207741"/>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400"/>
              <a:buFont typeface="IBM Plex Sans"/>
              <a:buNone/>
            </a:pPr>
            <a:r>
              <a:rPr lang="da-DK"/>
              <a:t>Virksomhedsadfærd: Antal domme og bøder i relation til korruption &amp; bestikkelse (B11) </a:t>
            </a:r>
            <a:endParaRPr/>
          </a:p>
        </p:txBody>
      </p:sp>
      <p:graphicFrame>
        <p:nvGraphicFramePr>
          <p:cNvPr id="163" name="Google Shape;163;p10"/>
          <p:cNvGraphicFramePr/>
          <p:nvPr/>
        </p:nvGraphicFramePr>
        <p:xfrm>
          <a:off x="411480" y="2556047"/>
          <a:ext cx="3000000" cy="3000000"/>
        </p:xfrm>
        <a:graphic>
          <a:graphicData uri="http://schemas.openxmlformats.org/drawingml/2006/table">
            <a:tbl>
              <a:tblPr firstRow="1">
                <a:noFill/>
                <a:tableStyleId>{E5686DB3-B821-445C-B3A6-515973651C61}</a:tableStyleId>
              </a:tblPr>
              <a:tblGrid>
                <a:gridCol w="2245675"/>
                <a:gridCol w="2245675"/>
                <a:gridCol w="2245675"/>
              </a:tblGrid>
              <a:tr h="255000">
                <a:tc rowSpan="2">
                  <a:txBody>
                    <a:bodyPr/>
                    <a:lstStyle/>
                    <a:p>
                      <a:pPr indent="0" lvl="0" marL="0" marR="0" rtl="0" algn="l">
                        <a:spcBef>
                          <a:spcPts val="0"/>
                        </a:spcBef>
                        <a:spcAft>
                          <a:spcPts val="0"/>
                        </a:spcAft>
                        <a:buNone/>
                      </a:pPr>
                      <a:r>
                        <a:rPr b="1" lang="da-DK" sz="975">
                          <a:solidFill>
                            <a:schemeClr val="dk2"/>
                          </a:solidFill>
                        </a:rPr>
                        <a:t>Korruption og bestikkelse </a:t>
                      </a:r>
                      <a:r>
                        <a:rPr b="0" lang="da-DK" sz="975">
                          <a:solidFill>
                            <a:schemeClr val="dk2"/>
                          </a:solidFill>
                        </a:rPr>
                        <a:t>(pkt. 43)</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None/>
                      </a:pPr>
                      <a:r>
                        <a:rPr b="1" lang="da-DK" sz="975">
                          <a:solidFill>
                            <a:schemeClr val="dk2"/>
                          </a:solidFill>
                        </a:rPr>
                        <a:t>Antal domme</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a-DK" sz="975">
                          <a:solidFill>
                            <a:schemeClr val="dk2"/>
                          </a:solidFill>
                        </a:rPr>
                        <a:t>Samlede bødestørrelse</a:t>
                      </a:r>
                      <a:endParaRPr/>
                    </a:p>
                  </a:txBody>
                  <a:tcPr marT="30000" marB="30000" marR="45000" marL="450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5000">
                <a:tc vMerge="1"/>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{{domme}}</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975"/>
                        <a:buFont typeface="Inter"/>
                        <a:buNone/>
                      </a:pPr>
                      <a:r>
                        <a:rPr b="0" i="0" lang="da-DK" sz="975" u="none" strike="noStrike">
                          <a:solidFill>
                            <a:srgbClr val="1B4528"/>
                          </a:solidFill>
                          <a:latin typeface="Inter"/>
                          <a:ea typeface="Inter"/>
                          <a:cs typeface="Inter"/>
                          <a:sym typeface="Inter"/>
                        </a:rPr>
                        <a:t>{{samlet_bodestorrelse}}</a:t>
                      </a:r>
                      <a:endParaRPr b="0" sz="975"/>
                    </a:p>
                  </a:txBody>
                  <a:tcPr marT="15875" marB="15875" marR="21175" marL="211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64" name="Google Shape;164;p10"/>
          <p:cNvSpPr txBox="1"/>
          <p:nvPr>
            <p:ph idx="12" type="sldNum"/>
          </p:nvPr>
        </p:nvSpPr>
        <p:spPr>
          <a:xfrm>
            <a:off x="5531035" y="10152285"/>
            <a:ext cx="1617485"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165" name="Google Shape;165;p10"/>
          <p:cNvSpPr txBox="1"/>
          <p:nvPr>
            <p:ph idx="11" type="ftr"/>
          </p:nvPr>
        </p:nvSpPr>
        <p:spPr>
          <a:xfrm>
            <a:off x="5000661" y="365760"/>
            <a:ext cx="2147858"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r>
              <a:t/>
            </a:r>
            <a:endParaRPr/>
          </a:p>
        </p:txBody>
      </p:sp>
      <p:sp>
        <p:nvSpPr>
          <p:cNvPr id="166" name="Google Shape;166;p10"/>
          <p:cNvSpPr txBox="1"/>
          <p:nvPr/>
        </p:nvSpPr>
        <p:spPr>
          <a:xfrm>
            <a:off x="411480" y="1445509"/>
            <a:ext cx="6737040" cy="8463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975"/>
              <a:buFont typeface="Inter"/>
              <a:buNone/>
            </a:pPr>
            <a:r>
              <a:rPr b="0" i="0" lang="da-DK" sz="975" u="none" strike="noStrike">
                <a:solidFill>
                  <a:schemeClr val="dk2"/>
                </a:solidFill>
                <a:latin typeface="Inter"/>
                <a:ea typeface="Inter"/>
                <a:cs typeface="Inter"/>
                <a:sym typeface="Inter"/>
              </a:rPr>
              <a:t>Virksomheden har angivet overtrædelser af anti-korruptions- og anti-bestikkelseslove i den rapporterede periode. Hvis virksomheden har været involveret i domme eller bøder for overtrædelse af disse love, er følgende oplysninger blevet offentliggjort: Antallet af domme og det samlede bødebeløb, der er pålagt som følge af overtrædelserne. Disse oplysninger vedrører virksomhedens forretningsetik og bæredygtighed, især i forhold til håndtering af korruption og bestikkelse og er anført nedenfor.</a:t>
            </a:r>
            <a:endParaRPr b="0" sz="975">
              <a:solidFill>
                <a:schemeClr val="dk2"/>
              </a:solidFill>
              <a:latin typeface="Inter"/>
              <a:ea typeface="Inter"/>
              <a:cs typeface="Inter"/>
              <a:sym typeface="Inter"/>
            </a:endParaRPr>
          </a:p>
          <a:p>
            <a:pPr indent="0" lvl="0" marL="0" marR="0" rtl="0" algn="l">
              <a:spcBef>
                <a:spcPts val="0"/>
              </a:spcBef>
              <a:spcAft>
                <a:spcPts val="0"/>
              </a:spcAft>
              <a:buClr>
                <a:schemeClr val="dk2"/>
              </a:buClr>
              <a:buSzPts val="975"/>
              <a:buFont typeface="Inter"/>
              <a:buNone/>
            </a:pPr>
            <a:br>
              <a:rPr lang="da-DK" sz="975">
                <a:solidFill>
                  <a:schemeClr val="dk2"/>
                </a:solidFill>
                <a:latin typeface="Inter"/>
                <a:ea typeface="Inter"/>
                <a:cs typeface="Inter"/>
                <a:sym typeface="Inter"/>
              </a:rPr>
            </a:br>
            <a:endParaRPr sz="975">
              <a:solidFill>
                <a:schemeClr val="dk2"/>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11"/>
          <p:cNvSpPr txBox="1"/>
          <p:nvPr>
            <p:ph idx="1" type="body"/>
          </p:nvPr>
        </p:nvSpPr>
        <p:spPr>
          <a:xfrm>
            <a:off x="411480" y="6007478"/>
            <a:ext cx="6737040" cy="861898"/>
          </a:xfrm>
          <a:prstGeom prst="rect">
            <a:avLst/>
          </a:prstGeom>
          <a:noFill/>
          <a:ln>
            <a:noFill/>
          </a:ln>
        </p:spPr>
        <p:txBody>
          <a:bodyPr anchorCtr="0" anchor="t" bIns="0" lIns="0" spcFirstLastPara="1" rIns="0" wrap="square" tIns="0">
            <a:normAutofit/>
          </a:bodyPr>
          <a:lstStyle/>
          <a:p>
            <a:pPr indent="0" lvl="0" marL="0" rtl="0" algn="ctr">
              <a:lnSpc>
                <a:spcPct val="100000"/>
              </a:lnSpc>
              <a:spcBef>
                <a:spcPts val="0"/>
              </a:spcBef>
              <a:spcAft>
                <a:spcPts val="0"/>
              </a:spcAft>
              <a:buClr>
                <a:srgbClr val="FFFFFF"/>
              </a:buClr>
              <a:buSzPts val="1475"/>
              <a:buNone/>
            </a:pPr>
            <a:r>
              <a:rPr b="1" lang="da-DK" sz="1475">
                <a:solidFill>
                  <a:srgbClr val="FFFFFF"/>
                </a:solidFill>
                <a:latin typeface="IBM Plex Sans"/>
                <a:ea typeface="IBM Plex Sans"/>
                <a:cs typeface="IBM Plex Sans"/>
                <a:sym typeface="IBM Plex Sans"/>
              </a:rPr>
              <a:t>{{company_name}}</a:t>
            </a:r>
            <a:endParaRPr/>
          </a:p>
          <a:p>
            <a:pPr indent="0" lvl="0" marL="0" rtl="0" algn="ctr">
              <a:lnSpc>
                <a:spcPct val="100000"/>
              </a:lnSpc>
              <a:spcBef>
                <a:spcPts val="167"/>
              </a:spcBef>
              <a:spcAft>
                <a:spcPts val="0"/>
              </a:spcAft>
              <a:buClr>
                <a:srgbClr val="FFFFFF"/>
              </a:buClr>
              <a:buSzPts val="1475"/>
              <a:buNone/>
            </a:pPr>
            <a:r>
              <a:rPr b="1" lang="da-DK" sz="1475">
                <a:solidFill>
                  <a:srgbClr val="FFFFFF"/>
                </a:solidFill>
                <a:latin typeface="IBM Plex Sans"/>
                <a:ea typeface="IBM Plex Sans"/>
                <a:cs typeface="IBM Plex Sans"/>
                <a:sym typeface="IBM Plex Sans"/>
              </a:rPr>
              <a:t>{{insert_year}}</a:t>
            </a:r>
            <a:br>
              <a:rPr b="1" lang="da-DK" sz="1475">
                <a:solidFill>
                  <a:srgbClr val="FFFFFF"/>
                </a:solidFill>
                <a:latin typeface="IBM Plex Sans"/>
                <a:ea typeface="IBM Plex Sans"/>
                <a:cs typeface="IBM Plex Sans"/>
                <a:sym typeface="IBM Plex Sans"/>
              </a:rPr>
            </a:br>
            <a:endParaRPr sz="1475"/>
          </a:p>
        </p:txBody>
      </p:sp>
      <p:sp>
        <p:nvSpPr>
          <p:cNvPr id="172" name="Google Shape;172;p11"/>
          <p:cNvSpPr txBox="1"/>
          <p:nvPr>
            <p:ph idx="12" type="sldNum"/>
          </p:nvPr>
        </p:nvSpPr>
        <p:spPr>
          <a:xfrm>
            <a:off x="411480" y="10152285"/>
            <a:ext cx="6737040" cy="12823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tema">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2025-02-28T18:51:17Z</dcterms:created>
  <dc:creator>Amanda Simonsen</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